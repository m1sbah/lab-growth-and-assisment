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97" r:id="rId2"/>
    <p:sldId id="257" r:id="rId3"/>
    <p:sldId id="279" r:id="rId4"/>
    <p:sldId id="258" r:id="rId5"/>
    <p:sldId id="259" r:id="rId6"/>
    <p:sldId id="260" r:id="rId7"/>
    <p:sldId id="292" r:id="rId8"/>
    <p:sldId id="293" r:id="rId9"/>
    <p:sldId id="262" r:id="rId10"/>
    <p:sldId id="263" r:id="rId11"/>
    <p:sldId id="295" r:id="rId12"/>
    <p:sldId id="296" r:id="rId13"/>
    <p:sldId id="276" r:id="rId14"/>
    <p:sldId id="277" r:id="rId15"/>
    <p:sldId id="298" r:id="rId16"/>
    <p:sldId id="267" r:id="rId17"/>
    <p:sldId id="290" r:id="rId18"/>
    <p:sldId id="291" r:id="rId19"/>
    <p:sldId id="269" r:id="rId20"/>
    <p:sldId id="268" r:id="rId21"/>
    <p:sldId id="272" r:id="rId22"/>
    <p:sldId id="270" r:id="rId23"/>
    <p:sldId id="281" r:id="rId24"/>
    <p:sldId id="288" r:id="rId25"/>
    <p:sldId id="289" r:id="rId26"/>
    <p:sldId id="286" r:id="rId27"/>
    <p:sldId id="284" r:id="rId28"/>
    <p:sldId id="285" r:id="rId29"/>
    <p:sldId id="294" r:id="rId30"/>
    <p:sldId id="273" r:id="rId31"/>
    <p:sldId id="274" r:id="rId32"/>
    <p:sldId id="271" r:id="rId33"/>
    <p:sldId id="282" r:id="rId34"/>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14" autoAdjust="0"/>
    <p:restoredTop sz="94660"/>
  </p:normalViewPr>
  <p:slideViewPr>
    <p:cSldViewPr>
      <p:cViewPr varScale="1">
        <p:scale>
          <a:sx n="172" d="100"/>
          <a:sy n="172" d="100"/>
        </p:scale>
        <p:origin x="-1722"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A99BE866-EA91-4D5A-96A0-087F1C592FD7}" type="datetimeFigureOut">
              <a:rPr lang="en-IN" smtClean="0"/>
              <a:pPr/>
              <a:t>30-05-2023</a:t>
            </a:fld>
            <a:endParaRPr lang="en-IN"/>
          </a:p>
        </p:txBody>
      </p:sp>
      <p:sp>
        <p:nvSpPr>
          <p:cNvPr id="4" name="Slide Image Placeholder 3"/>
          <p:cNvSpPr>
            <a:spLocks noGrp="1" noRot="1" noChangeAspect="1"/>
          </p:cNvSpPr>
          <p:nvPr>
            <p:ph type="sldImg" idx="2"/>
          </p:nvPr>
        </p:nvSpPr>
        <p:spPr>
          <a:xfrm>
            <a:off x="1441450" y="260350"/>
            <a:ext cx="1727200" cy="12969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460375" y="1644650"/>
            <a:ext cx="3689350" cy="1557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6CFDB0BA-192C-4998-BB6F-781683E44049}"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CFDB0BA-192C-4998-BB6F-781683E44049}" type="slidenum">
              <a:rPr lang="en-IN" smtClean="0"/>
              <a:pPr/>
              <a:t>4</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5/30/2023</a:t>
            </a:fld>
            <a:endParaRPr lang="en-US"/>
          </a:p>
        </p:txBody>
      </p:sp>
      <p:sp>
        <p:nvSpPr>
          <p:cNvPr id="6" name="Holder 6"/>
          <p:cNvSpPr>
            <a:spLocks noGrp="1"/>
          </p:cNvSpPr>
          <p:nvPr>
            <p:ph type="sldNum" sz="quarter" idx="7"/>
          </p:nvPr>
        </p:nvSpPr>
        <p:spPr/>
        <p:txBody>
          <a:bodyPr lIns="0" tIns="0" rIns="0" bIns="0"/>
          <a:lstStyle>
            <a:lvl1pPr>
              <a:defRPr sz="600" b="0" i="0">
                <a:solidFill>
                  <a:schemeClr val="tx1"/>
                </a:solidFill>
                <a:latin typeface="Trebuchet MS"/>
                <a:cs typeface="Trebuchet MS"/>
              </a:defRPr>
            </a:lvl1pPr>
          </a:lstStyle>
          <a:p>
            <a:pPr marL="38100">
              <a:lnSpc>
                <a:spcPts val="675"/>
              </a:lnSpc>
            </a:pPr>
            <a:fld id="{81D60167-4931-47E6-BA6A-407CBD079E47}" type="slidenum">
              <a:rPr dirty="0"/>
              <a:pPr marL="38100">
                <a:lnSpc>
                  <a:spcPts val="675"/>
                </a:lnSpc>
              </a:pPr>
              <a:t>‹#›</a:t>
            </a:fld>
            <a:r>
              <a:rPr spc="-75" dirty="0"/>
              <a:t> </a:t>
            </a:r>
            <a:r>
              <a:rPr dirty="0"/>
              <a:t>/</a:t>
            </a:r>
            <a:r>
              <a:rPr spc="-75" dirty="0"/>
              <a:t> </a:t>
            </a:r>
            <a:r>
              <a:rPr dirty="0"/>
              <a:t>13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0"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5/30/2023</a:t>
            </a:fld>
            <a:endParaRPr lang="en-US"/>
          </a:p>
        </p:txBody>
      </p:sp>
      <p:sp>
        <p:nvSpPr>
          <p:cNvPr id="6" name="Holder 6"/>
          <p:cNvSpPr>
            <a:spLocks noGrp="1"/>
          </p:cNvSpPr>
          <p:nvPr>
            <p:ph type="sldNum" sz="quarter" idx="7"/>
          </p:nvPr>
        </p:nvSpPr>
        <p:spPr/>
        <p:txBody>
          <a:bodyPr lIns="0" tIns="0" rIns="0" bIns="0"/>
          <a:lstStyle>
            <a:lvl1pPr>
              <a:defRPr sz="600" b="0" i="0">
                <a:solidFill>
                  <a:schemeClr val="tx1"/>
                </a:solidFill>
                <a:latin typeface="Trebuchet MS"/>
                <a:cs typeface="Trebuchet MS"/>
              </a:defRPr>
            </a:lvl1pPr>
          </a:lstStyle>
          <a:p>
            <a:pPr marL="38100">
              <a:lnSpc>
                <a:spcPts val="675"/>
              </a:lnSpc>
            </a:pPr>
            <a:fld id="{81D60167-4931-47E6-BA6A-407CBD079E47}" type="slidenum">
              <a:rPr dirty="0"/>
              <a:pPr marL="38100">
                <a:lnSpc>
                  <a:spcPts val="675"/>
                </a:lnSpc>
              </a:pPr>
              <a:t>‹#›</a:t>
            </a:fld>
            <a:r>
              <a:rPr spc="-75" dirty="0"/>
              <a:t> </a:t>
            </a:r>
            <a:r>
              <a:rPr dirty="0"/>
              <a:t>/</a:t>
            </a:r>
            <a:r>
              <a:rPr spc="-75" dirty="0"/>
              <a:t> </a:t>
            </a:r>
            <a:r>
              <a:rPr dirty="0"/>
              <a:t>13</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0" i="0">
                <a:solidFill>
                  <a:schemeClr val="tx1"/>
                </a:solidFill>
                <a:latin typeface="Tahoma"/>
                <a:cs typeface="Tahoma"/>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5/30/2023</a:t>
            </a:fld>
            <a:endParaRPr lang="en-US"/>
          </a:p>
        </p:txBody>
      </p:sp>
      <p:sp>
        <p:nvSpPr>
          <p:cNvPr id="7" name="Holder 7"/>
          <p:cNvSpPr>
            <a:spLocks noGrp="1"/>
          </p:cNvSpPr>
          <p:nvPr>
            <p:ph type="sldNum" sz="quarter" idx="7"/>
          </p:nvPr>
        </p:nvSpPr>
        <p:spPr/>
        <p:txBody>
          <a:bodyPr lIns="0" tIns="0" rIns="0" bIns="0"/>
          <a:lstStyle>
            <a:lvl1pPr>
              <a:defRPr sz="600" b="0" i="0">
                <a:solidFill>
                  <a:schemeClr val="tx1"/>
                </a:solidFill>
                <a:latin typeface="Trebuchet MS"/>
                <a:cs typeface="Trebuchet MS"/>
              </a:defRPr>
            </a:lvl1pPr>
          </a:lstStyle>
          <a:p>
            <a:pPr marL="38100">
              <a:lnSpc>
                <a:spcPts val="675"/>
              </a:lnSpc>
            </a:pPr>
            <a:fld id="{81D60167-4931-47E6-BA6A-407CBD079E47}" type="slidenum">
              <a:rPr dirty="0"/>
              <a:pPr marL="38100">
                <a:lnSpc>
                  <a:spcPts val="675"/>
                </a:lnSpc>
              </a:pPr>
              <a:t>‹#›</a:t>
            </a:fld>
            <a:r>
              <a:rPr spc="-75" dirty="0"/>
              <a:t> </a:t>
            </a:r>
            <a:r>
              <a:rPr dirty="0"/>
              <a:t>/</a:t>
            </a:r>
            <a:r>
              <a:rPr spc="-75" dirty="0"/>
              <a:t> </a:t>
            </a:r>
            <a:r>
              <a:rPr dirty="0"/>
              <a:t>13</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0"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5/30/2023</a:t>
            </a:fld>
            <a:endParaRPr lang="en-US"/>
          </a:p>
        </p:txBody>
      </p:sp>
      <p:sp>
        <p:nvSpPr>
          <p:cNvPr id="5" name="Holder 5"/>
          <p:cNvSpPr>
            <a:spLocks noGrp="1"/>
          </p:cNvSpPr>
          <p:nvPr>
            <p:ph type="sldNum" sz="quarter" idx="7"/>
          </p:nvPr>
        </p:nvSpPr>
        <p:spPr/>
        <p:txBody>
          <a:bodyPr lIns="0" tIns="0" rIns="0" bIns="0"/>
          <a:lstStyle>
            <a:lvl1pPr>
              <a:defRPr sz="600" b="0" i="0">
                <a:solidFill>
                  <a:schemeClr val="tx1"/>
                </a:solidFill>
                <a:latin typeface="Trebuchet MS"/>
                <a:cs typeface="Trebuchet MS"/>
              </a:defRPr>
            </a:lvl1pPr>
          </a:lstStyle>
          <a:p>
            <a:pPr marL="38100">
              <a:lnSpc>
                <a:spcPts val="675"/>
              </a:lnSpc>
            </a:pPr>
            <a:fld id="{81D60167-4931-47E6-BA6A-407CBD079E47}" type="slidenum">
              <a:rPr dirty="0"/>
              <a:pPr marL="38100">
                <a:lnSpc>
                  <a:spcPts val="675"/>
                </a:lnSpc>
              </a:pPr>
              <a:t>‹#›</a:t>
            </a:fld>
            <a:r>
              <a:rPr spc="-75" dirty="0"/>
              <a:t> </a:t>
            </a:r>
            <a:r>
              <a:rPr dirty="0"/>
              <a:t>/</a:t>
            </a:r>
            <a:r>
              <a:rPr spc="-75" dirty="0"/>
              <a:t> </a:t>
            </a:r>
            <a:r>
              <a:rPr dirty="0"/>
              <a:t>13</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5/30/2023</a:t>
            </a:fld>
            <a:endParaRPr lang="en-US"/>
          </a:p>
        </p:txBody>
      </p:sp>
      <p:sp>
        <p:nvSpPr>
          <p:cNvPr id="4" name="Holder 4"/>
          <p:cNvSpPr>
            <a:spLocks noGrp="1"/>
          </p:cNvSpPr>
          <p:nvPr>
            <p:ph type="sldNum" sz="quarter" idx="7"/>
          </p:nvPr>
        </p:nvSpPr>
        <p:spPr/>
        <p:txBody>
          <a:bodyPr lIns="0" tIns="0" rIns="0" bIns="0"/>
          <a:lstStyle>
            <a:lvl1pPr>
              <a:defRPr sz="600" b="0" i="0">
                <a:solidFill>
                  <a:schemeClr val="tx1"/>
                </a:solidFill>
                <a:latin typeface="Trebuchet MS"/>
                <a:cs typeface="Trebuchet MS"/>
              </a:defRPr>
            </a:lvl1pPr>
          </a:lstStyle>
          <a:p>
            <a:pPr marL="38100">
              <a:lnSpc>
                <a:spcPts val="675"/>
              </a:lnSpc>
            </a:pPr>
            <a:fld id="{81D60167-4931-47E6-BA6A-407CBD079E47}" type="slidenum">
              <a:rPr dirty="0"/>
              <a:pPr marL="38100">
                <a:lnSpc>
                  <a:spcPts val="675"/>
                </a:lnSpc>
              </a:pPr>
              <a:t>‹#›</a:t>
            </a:fld>
            <a:r>
              <a:rPr spc="-75" dirty="0"/>
              <a:t> </a:t>
            </a:r>
            <a:r>
              <a:rPr dirty="0"/>
              <a:t>/</a:t>
            </a:r>
            <a:r>
              <a:rPr spc="-75" dirty="0"/>
              <a:t> </a:t>
            </a:r>
            <a:r>
              <a:rPr dirty="0"/>
              <a:t>13</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4608195" cy="356870"/>
          </a:xfrm>
          <a:custGeom>
            <a:avLst/>
            <a:gdLst/>
            <a:ahLst/>
            <a:cxnLst/>
            <a:rect l="l" t="t" r="r" b="b"/>
            <a:pathLst>
              <a:path w="4608195" h="356870">
                <a:moveTo>
                  <a:pt x="4608004" y="0"/>
                </a:moveTo>
                <a:lnTo>
                  <a:pt x="0" y="0"/>
                </a:lnTo>
                <a:lnTo>
                  <a:pt x="0" y="356692"/>
                </a:lnTo>
                <a:lnTo>
                  <a:pt x="4608004" y="356692"/>
                </a:lnTo>
                <a:lnTo>
                  <a:pt x="4608004" y="0"/>
                </a:lnTo>
                <a:close/>
              </a:path>
            </a:pathLst>
          </a:custGeom>
          <a:solidFill>
            <a:srgbClr val="ECE5D8"/>
          </a:solidFill>
        </p:spPr>
        <p:txBody>
          <a:bodyPr wrap="square" lIns="0" tIns="0" rIns="0" bIns="0" rtlCol="0"/>
          <a:lstStyle/>
          <a:p>
            <a:endParaRPr/>
          </a:p>
        </p:txBody>
      </p:sp>
      <p:sp>
        <p:nvSpPr>
          <p:cNvPr id="2" name="Holder 2"/>
          <p:cNvSpPr>
            <a:spLocks noGrp="1"/>
          </p:cNvSpPr>
          <p:nvPr>
            <p:ph type="title"/>
          </p:nvPr>
        </p:nvSpPr>
        <p:spPr>
          <a:xfrm>
            <a:off x="1673072" y="520914"/>
            <a:ext cx="1360805" cy="191770"/>
          </a:xfrm>
          <a:prstGeom prst="rect">
            <a:avLst/>
          </a:prstGeom>
        </p:spPr>
        <p:txBody>
          <a:bodyPr wrap="square" lIns="0" tIns="0" rIns="0" bIns="0">
            <a:spAutoFit/>
          </a:bodyPr>
          <a:lstStyle>
            <a:lvl1pPr>
              <a:defRPr sz="1100" b="0" i="0">
                <a:solidFill>
                  <a:schemeClr val="tx1"/>
                </a:solidFill>
                <a:latin typeface="Tahoma"/>
                <a:cs typeface="Tahoma"/>
              </a:defRPr>
            </a:lvl1pPr>
          </a:lstStyle>
          <a:p>
            <a:endParaRPr/>
          </a:p>
        </p:txBody>
      </p:sp>
      <p:sp>
        <p:nvSpPr>
          <p:cNvPr id="3" name="Holder 3"/>
          <p:cNvSpPr>
            <a:spLocks noGrp="1"/>
          </p:cNvSpPr>
          <p:nvPr>
            <p:ph type="body" idx="1"/>
          </p:nvPr>
        </p:nvSpPr>
        <p:spPr>
          <a:xfrm>
            <a:off x="536257" y="1221318"/>
            <a:ext cx="3537584" cy="893444"/>
          </a:xfrm>
          <a:prstGeom prst="rect">
            <a:avLst/>
          </a:prstGeom>
        </p:spPr>
        <p:txBody>
          <a:bodyPr wrap="square" lIns="0" tIns="0" rIns="0" bIns="0">
            <a:spAutoFit/>
          </a:bodyPr>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5/30/2023</a:t>
            </a:fld>
            <a:endParaRPr lang="en-US"/>
          </a:p>
        </p:txBody>
      </p:sp>
      <p:sp>
        <p:nvSpPr>
          <p:cNvPr id="6" name="Holder 6"/>
          <p:cNvSpPr>
            <a:spLocks noGrp="1"/>
          </p:cNvSpPr>
          <p:nvPr>
            <p:ph type="sldNum" sz="quarter" idx="7"/>
          </p:nvPr>
        </p:nvSpPr>
        <p:spPr>
          <a:xfrm>
            <a:off x="4301020" y="3341243"/>
            <a:ext cx="277495" cy="102235"/>
          </a:xfrm>
          <a:prstGeom prst="rect">
            <a:avLst/>
          </a:prstGeom>
        </p:spPr>
        <p:txBody>
          <a:bodyPr wrap="square" lIns="0" tIns="0" rIns="0" bIns="0">
            <a:spAutoFit/>
          </a:bodyPr>
          <a:lstStyle>
            <a:lvl1pPr>
              <a:defRPr sz="600" b="0" i="0">
                <a:solidFill>
                  <a:schemeClr val="tx1"/>
                </a:solidFill>
                <a:latin typeface="Trebuchet MS"/>
                <a:cs typeface="Trebuchet MS"/>
              </a:defRPr>
            </a:lvl1pPr>
          </a:lstStyle>
          <a:p>
            <a:pPr marL="38100">
              <a:lnSpc>
                <a:spcPts val="675"/>
              </a:lnSpc>
            </a:pPr>
            <a:fld id="{81D60167-4931-47E6-BA6A-407CBD079E47}" type="slidenum">
              <a:rPr dirty="0"/>
              <a:pPr marL="38100">
                <a:lnSpc>
                  <a:spcPts val="675"/>
                </a:lnSpc>
              </a:pPr>
              <a:t>‹#›</a:t>
            </a:fld>
            <a:r>
              <a:rPr spc="-75" dirty="0"/>
              <a:t> </a:t>
            </a:r>
            <a:r>
              <a:rPr dirty="0"/>
              <a:t>/</a:t>
            </a:r>
            <a:r>
              <a:rPr spc="-75" dirty="0"/>
              <a:t> </a:t>
            </a:r>
            <a:r>
              <a:rPr dirty="0"/>
              <a:t>13</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slide" Target="slide5.xml"/><Relationship Id="rId7" Type="http://schemas.openxmlformats.org/officeDocument/2006/relationships/slide" Target="slide10.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7.xml"/><Relationship Id="rId4" Type="http://schemas.openxmlformats.org/officeDocument/2006/relationships/slide" Target="slide6.xml"/></Relationships>
</file>

<file path=ppt/slides/_rels/slide3.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slide" Target="slide16.xml"/><Relationship Id="rId1" Type="http://schemas.openxmlformats.org/officeDocument/2006/relationships/slideLayout" Target="../slideLayouts/slideLayout2.xml"/><Relationship Id="rId6" Type="http://schemas.openxmlformats.org/officeDocument/2006/relationships/slide" Target="slide30.xml"/><Relationship Id="rId5" Type="http://schemas.openxmlformats.org/officeDocument/2006/relationships/slide" Target="slide4.xml"/><Relationship Id="rId4" Type="http://schemas.openxmlformats.org/officeDocument/2006/relationships/slide" Target="slide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14450" y="130175"/>
            <a:ext cx="2065655" cy="2376163"/>
          </a:xfrm>
          <a:prstGeom prst="rect">
            <a:avLst/>
          </a:prstGeom>
        </p:spPr>
        <p:txBody>
          <a:bodyPr vert="horz" wrap="square" lIns="0" tIns="28575" rIns="0" bIns="0" rtlCol="0">
            <a:spAutoFit/>
          </a:bodyPr>
          <a:lstStyle/>
          <a:p>
            <a:pPr marL="635" algn="ctr">
              <a:lnSpc>
                <a:spcPct val="100000"/>
              </a:lnSpc>
              <a:spcBef>
                <a:spcPts val="225"/>
              </a:spcBef>
            </a:pPr>
            <a:endParaRPr lang="en-US" sz="800" spc="80" dirty="0" smtClean="0">
              <a:latin typeface="Tahoma"/>
              <a:cs typeface="Tahoma"/>
            </a:endParaRPr>
          </a:p>
          <a:p>
            <a:pPr marL="635" algn="ctr">
              <a:lnSpc>
                <a:spcPct val="100000"/>
              </a:lnSpc>
              <a:spcBef>
                <a:spcPts val="225"/>
              </a:spcBef>
            </a:pPr>
            <a:endParaRPr sz="800" dirty="0">
              <a:latin typeface="Tahoma"/>
              <a:cs typeface="Tahoma"/>
            </a:endParaRPr>
          </a:p>
          <a:p>
            <a:pPr marL="635" algn="ctr">
              <a:lnSpc>
                <a:spcPct val="100000"/>
              </a:lnSpc>
              <a:spcBef>
                <a:spcPts val="130"/>
              </a:spcBef>
            </a:pPr>
            <a:r>
              <a:rPr sz="800" spc="10" dirty="0">
                <a:latin typeface="Tahoma"/>
                <a:cs typeface="Tahoma"/>
              </a:rPr>
              <a:t>Project</a:t>
            </a:r>
            <a:r>
              <a:rPr sz="800" dirty="0">
                <a:latin typeface="Tahoma"/>
                <a:cs typeface="Tahoma"/>
              </a:rPr>
              <a:t> Presentation</a:t>
            </a:r>
          </a:p>
          <a:p>
            <a:pPr marL="635" algn="ctr">
              <a:lnSpc>
                <a:spcPct val="100000"/>
              </a:lnSpc>
              <a:spcBef>
                <a:spcPts val="395"/>
              </a:spcBef>
            </a:pPr>
            <a:r>
              <a:rPr sz="800" spc="-15" dirty="0">
                <a:latin typeface="Tahoma"/>
                <a:cs typeface="Tahoma"/>
              </a:rPr>
              <a:t>on</a:t>
            </a:r>
            <a:endParaRPr sz="800" dirty="0">
              <a:latin typeface="Tahoma"/>
              <a:cs typeface="Tahoma"/>
            </a:endParaRPr>
          </a:p>
          <a:p>
            <a:pPr marL="635" algn="ctr">
              <a:lnSpc>
                <a:spcPct val="100000"/>
              </a:lnSpc>
              <a:spcBef>
                <a:spcPts val="195"/>
              </a:spcBef>
            </a:pPr>
            <a:r>
              <a:rPr lang="en-US" sz="1000" b="1" spc="-55" dirty="0" smtClean="0">
                <a:latin typeface="Arial"/>
                <a:cs typeface="Arial"/>
              </a:rPr>
              <a:t>LAB-G: New  approach for Assessment</a:t>
            </a:r>
            <a:endParaRPr sz="1000" dirty="0">
              <a:latin typeface="Arial"/>
              <a:cs typeface="Arial"/>
            </a:endParaRPr>
          </a:p>
          <a:p>
            <a:pPr marL="635" algn="ctr">
              <a:lnSpc>
                <a:spcPct val="100000"/>
              </a:lnSpc>
              <a:spcBef>
                <a:spcPts val="555"/>
              </a:spcBef>
            </a:pPr>
            <a:r>
              <a:rPr sz="600" spc="-5" dirty="0">
                <a:latin typeface="Tahoma"/>
                <a:cs typeface="Tahoma"/>
              </a:rPr>
              <a:t>Presented</a:t>
            </a:r>
            <a:r>
              <a:rPr sz="600" spc="-25" dirty="0">
                <a:latin typeface="Tahoma"/>
                <a:cs typeface="Tahoma"/>
              </a:rPr>
              <a:t> </a:t>
            </a:r>
            <a:r>
              <a:rPr sz="600" spc="-20" dirty="0" smtClean="0">
                <a:latin typeface="Tahoma"/>
                <a:cs typeface="Tahoma"/>
              </a:rPr>
              <a:t>by</a:t>
            </a:r>
            <a:endParaRPr lang="en-US" sz="600" dirty="0" smtClean="0">
              <a:latin typeface="Tahoma"/>
              <a:cs typeface="Tahoma"/>
            </a:endParaRPr>
          </a:p>
          <a:p>
            <a:pPr marL="635" algn="ctr">
              <a:lnSpc>
                <a:spcPct val="100000"/>
              </a:lnSpc>
              <a:spcBef>
                <a:spcPts val="555"/>
              </a:spcBef>
            </a:pPr>
            <a:r>
              <a:rPr lang="en-US" sz="800" dirty="0" err="1" smtClean="0">
                <a:latin typeface="Tahoma"/>
                <a:cs typeface="Tahoma"/>
              </a:rPr>
              <a:t>Aman</a:t>
            </a:r>
            <a:r>
              <a:rPr lang="en-US" sz="800" dirty="0" smtClean="0">
                <a:latin typeface="Tahoma"/>
                <a:cs typeface="Tahoma"/>
              </a:rPr>
              <a:t> </a:t>
            </a:r>
            <a:r>
              <a:rPr lang="en-US" sz="800" dirty="0" err="1" smtClean="0">
                <a:latin typeface="Tahoma"/>
                <a:cs typeface="Tahoma"/>
              </a:rPr>
              <a:t>Ojha</a:t>
            </a:r>
            <a:r>
              <a:rPr lang="en-US" sz="800" dirty="0" smtClean="0">
                <a:latin typeface="Tahoma"/>
                <a:cs typeface="Tahoma"/>
              </a:rPr>
              <a:t> </a:t>
            </a:r>
            <a:r>
              <a:rPr sz="800" spc="-30" dirty="0" smtClean="0">
                <a:latin typeface="Tahoma"/>
                <a:cs typeface="Tahoma"/>
              </a:rPr>
              <a:t>(19028401</a:t>
            </a:r>
            <a:r>
              <a:rPr lang="en-US" sz="800" spc="-30" dirty="0" smtClean="0">
                <a:latin typeface="Tahoma"/>
                <a:cs typeface="Tahoma"/>
              </a:rPr>
              <a:t>3</a:t>
            </a:r>
            <a:r>
              <a:rPr sz="800" spc="-30" dirty="0" smtClean="0">
                <a:latin typeface="Tahoma"/>
                <a:cs typeface="Tahoma"/>
              </a:rPr>
              <a:t>000</a:t>
            </a:r>
            <a:r>
              <a:rPr lang="en-US" sz="800" spc="-30" dirty="0" smtClean="0">
                <a:latin typeface="Tahoma"/>
                <a:cs typeface="Tahoma"/>
              </a:rPr>
              <a:t>8</a:t>
            </a:r>
            <a:r>
              <a:rPr sz="800" spc="-30" dirty="0" smtClean="0">
                <a:latin typeface="Tahoma"/>
                <a:cs typeface="Tahoma"/>
              </a:rPr>
              <a:t>)</a:t>
            </a:r>
            <a:endParaRPr sz="800" dirty="0">
              <a:latin typeface="Tahoma"/>
              <a:cs typeface="Tahoma"/>
            </a:endParaRPr>
          </a:p>
          <a:p>
            <a:pPr marL="12065" marR="5080" indent="635" algn="ctr">
              <a:lnSpc>
                <a:spcPct val="104800"/>
              </a:lnSpc>
              <a:spcBef>
                <a:spcPts val="225"/>
              </a:spcBef>
            </a:pPr>
            <a:r>
              <a:rPr lang="en-US" sz="800" spc="-20" dirty="0" err="1" smtClean="0">
                <a:latin typeface="Tahoma"/>
                <a:cs typeface="Tahoma"/>
              </a:rPr>
              <a:t>Misbah</a:t>
            </a:r>
            <a:r>
              <a:rPr lang="en-US" sz="800" spc="-20" dirty="0" smtClean="0">
                <a:latin typeface="Tahoma"/>
                <a:cs typeface="Tahoma"/>
              </a:rPr>
              <a:t> </a:t>
            </a:r>
            <a:r>
              <a:rPr lang="en-US" sz="800" spc="-20" dirty="0" err="1" smtClean="0">
                <a:latin typeface="Tahoma"/>
                <a:cs typeface="Tahoma"/>
              </a:rPr>
              <a:t>Uddin</a:t>
            </a:r>
            <a:r>
              <a:rPr lang="en-US" sz="800" spc="-20" dirty="0" smtClean="0">
                <a:latin typeface="Tahoma"/>
                <a:cs typeface="Tahoma"/>
              </a:rPr>
              <a:t> </a:t>
            </a:r>
            <a:r>
              <a:rPr sz="800" spc="-30" dirty="0" smtClean="0">
                <a:latin typeface="Tahoma"/>
                <a:cs typeface="Tahoma"/>
              </a:rPr>
              <a:t>(1902840</a:t>
            </a:r>
            <a:r>
              <a:rPr lang="en-US" sz="800" spc="-30" dirty="0" smtClean="0">
                <a:latin typeface="Tahoma"/>
                <a:cs typeface="Tahoma"/>
              </a:rPr>
              <a:t>130014)</a:t>
            </a:r>
            <a:r>
              <a:rPr sz="800" spc="-30" dirty="0" smtClean="0">
                <a:latin typeface="Tahoma"/>
                <a:cs typeface="Tahoma"/>
              </a:rPr>
              <a:t> </a:t>
            </a:r>
            <a:r>
              <a:rPr sz="800" spc="-25" dirty="0" smtClean="0">
                <a:latin typeface="Tahoma"/>
                <a:cs typeface="Tahoma"/>
              </a:rPr>
              <a:t> </a:t>
            </a:r>
            <a:endParaRPr lang="en-US" sz="800" spc="-40" dirty="0" smtClean="0">
              <a:latin typeface="Tahoma"/>
              <a:cs typeface="Tahoma"/>
            </a:endParaRPr>
          </a:p>
          <a:p>
            <a:pPr marL="12065" marR="5080" indent="635" algn="ctr">
              <a:lnSpc>
                <a:spcPct val="104800"/>
              </a:lnSpc>
              <a:spcBef>
                <a:spcPts val="225"/>
              </a:spcBef>
            </a:pPr>
            <a:r>
              <a:rPr sz="800" spc="-25" dirty="0" smtClean="0">
                <a:latin typeface="Tahoma"/>
                <a:cs typeface="Tahoma"/>
              </a:rPr>
              <a:t> </a:t>
            </a:r>
            <a:r>
              <a:rPr lang="en-US" sz="800" spc="-25" dirty="0" smtClean="0">
                <a:latin typeface="Tahoma"/>
                <a:cs typeface="Tahoma"/>
              </a:rPr>
              <a:t>  </a:t>
            </a:r>
            <a:r>
              <a:rPr lang="en-US" sz="800" spc="-40" dirty="0" err="1" smtClean="0">
                <a:latin typeface="Tahoma"/>
                <a:cs typeface="Tahoma"/>
              </a:rPr>
              <a:t>Fahad</a:t>
            </a:r>
            <a:r>
              <a:rPr lang="en-US" sz="800" spc="-40" dirty="0" smtClean="0">
                <a:latin typeface="Tahoma"/>
                <a:cs typeface="Tahoma"/>
              </a:rPr>
              <a:t> Bin </a:t>
            </a:r>
            <a:r>
              <a:rPr lang="en-US" sz="800" spc="-40" dirty="0" err="1" smtClean="0">
                <a:latin typeface="Tahoma"/>
                <a:cs typeface="Tahoma"/>
              </a:rPr>
              <a:t>Zafar</a:t>
            </a:r>
            <a:r>
              <a:rPr lang="en-US" sz="800" spc="-40" dirty="0" smtClean="0">
                <a:latin typeface="Tahoma"/>
                <a:cs typeface="Tahoma"/>
              </a:rPr>
              <a:t> </a:t>
            </a:r>
            <a:r>
              <a:rPr sz="800" spc="-40" dirty="0" smtClean="0">
                <a:latin typeface="Tahoma"/>
                <a:cs typeface="Tahoma"/>
              </a:rPr>
              <a:t>(19028401</a:t>
            </a:r>
            <a:r>
              <a:rPr lang="en-US" sz="800" spc="-40" dirty="0" smtClean="0">
                <a:latin typeface="Tahoma"/>
                <a:cs typeface="Tahoma"/>
              </a:rPr>
              <a:t>3</a:t>
            </a:r>
            <a:r>
              <a:rPr sz="800" spc="-40" dirty="0" smtClean="0">
                <a:latin typeface="Tahoma"/>
                <a:cs typeface="Tahoma"/>
              </a:rPr>
              <a:t>00</a:t>
            </a:r>
            <a:r>
              <a:rPr lang="en-US" sz="800" spc="-40" dirty="0" smtClean="0">
                <a:latin typeface="Tahoma"/>
                <a:cs typeface="Tahoma"/>
              </a:rPr>
              <a:t>12</a:t>
            </a:r>
            <a:r>
              <a:rPr sz="800" spc="-40" dirty="0" smtClean="0">
                <a:latin typeface="Tahoma"/>
                <a:cs typeface="Tahoma"/>
              </a:rPr>
              <a:t>) </a:t>
            </a:r>
            <a:endParaRPr lang="en-US" sz="800" spc="-40" dirty="0" smtClean="0">
              <a:latin typeface="Tahoma"/>
              <a:cs typeface="Tahoma"/>
            </a:endParaRPr>
          </a:p>
          <a:p>
            <a:pPr marL="12065" marR="5080" indent="635" algn="ctr">
              <a:lnSpc>
                <a:spcPct val="104800"/>
              </a:lnSpc>
              <a:spcBef>
                <a:spcPts val="225"/>
              </a:spcBef>
            </a:pPr>
            <a:r>
              <a:rPr sz="800" spc="-330" dirty="0" smtClean="0">
                <a:latin typeface="Tahoma"/>
                <a:cs typeface="Tahoma"/>
              </a:rPr>
              <a:t> </a:t>
            </a:r>
            <a:r>
              <a:rPr lang="en-US" sz="800" spc="-30" dirty="0" err="1" smtClean="0">
                <a:latin typeface="Tahoma"/>
                <a:cs typeface="Tahoma"/>
              </a:rPr>
              <a:t>Mohd</a:t>
            </a:r>
            <a:r>
              <a:rPr lang="en-US" sz="800" spc="-30" dirty="0" smtClean="0">
                <a:latin typeface="Tahoma"/>
                <a:cs typeface="Tahoma"/>
              </a:rPr>
              <a:t>. </a:t>
            </a:r>
            <a:r>
              <a:rPr lang="en-US" sz="800" spc="-30" dirty="0" err="1" smtClean="0">
                <a:latin typeface="Tahoma"/>
                <a:cs typeface="Tahoma"/>
              </a:rPr>
              <a:t>Alfahad</a:t>
            </a:r>
            <a:r>
              <a:rPr sz="800" spc="-45" dirty="0" smtClean="0">
                <a:latin typeface="Tahoma"/>
                <a:cs typeface="Tahoma"/>
              </a:rPr>
              <a:t>(1902840100</a:t>
            </a:r>
            <a:r>
              <a:rPr lang="en-US" sz="800" spc="-45" dirty="0" smtClean="0">
                <a:latin typeface="Tahoma"/>
                <a:cs typeface="Tahoma"/>
              </a:rPr>
              <a:t>15</a:t>
            </a:r>
            <a:r>
              <a:rPr sz="800" spc="-45" dirty="0" smtClean="0">
                <a:latin typeface="Tahoma"/>
                <a:cs typeface="Tahoma"/>
              </a:rPr>
              <a:t>)</a:t>
            </a:r>
            <a:endParaRPr sz="800" dirty="0">
              <a:latin typeface="Tahoma"/>
              <a:cs typeface="Tahoma"/>
            </a:endParaRPr>
          </a:p>
          <a:p>
            <a:pPr algn="ctr">
              <a:lnSpc>
                <a:spcPts val="700"/>
              </a:lnSpc>
            </a:pPr>
            <a:r>
              <a:rPr sz="600" spc="-5" dirty="0">
                <a:latin typeface="Tahoma"/>
                <a:cs typeface="Tahoma"/>
              </a:rPr>
              <a:t>Under</a:t>
            </a:r>
            <a:r>
              <a:rPr sz="600" dirty="0">
                <a:latin typeface="Tahoma"/>
                <a:cs typeface="Tahoma"/>
              </a:rPr>
              <a:t> </a:t>
            </a:r>
            <a:r>
              <a:rPr sz="600" spc="-5" dirty="0">
                <a:latin typeface="Tahoma"/>
                <a:cs typeface="Tahoma"/>
              </a:rPr>
              <a:t>the</a:t>
            </a:r>
            <a:r>
              <a:rPr sz="600" dirty="0">
                <a:latin typeface="Tahoma"/>
                <a:cs typeface="Tahoma"/>
              </a:rPr>
              <a:t> </a:t>
            </a:r>
            <a:r>
              <a:rPr sz="600" spc="-5" dirty="0">
                <a:latin typeface="Tahoma"/>
                <a:cs typeface="Tahoma"/>
              </a:rPr>
              <a:t>Guidance</a:t>
            </a:r>
            <a:endParaRPr sz="600" dirty="0">
              <a:latin typeface="Tahoma"/>
              <a:cs typeface="Tahoma"/>
            </a:endParaRPr>
          </a:p>
          <a:p>
            <a:pPr>
              <a:lnSpc>
                <a:spcPct val="100000"/>
              </a:lnSpc>
              <a:spcBef>
                <a:spcPts val="30"/>
              </a:spcBef>
            </a:pPr>
            <a:endParaRPr sz="500" dirty="0">
              <a:latin typeface="Tahoma"/>
              <a:cs typeface="Tahoma"/>
            </a:endParaRPr>
          </a:p>
          <a:p>
            <a:pPr marL="635" algn="ctr">
              <a:lnSpc>
                <a:spcPct val="100000"/>
              </a:lnSpc>
            </a:pPr>
            <a:r>
              <a:rPr sz="600" spc="-5" dirty="0">
                <a:latin typeface="Tahoma"/>
                <a:cs typeface="Tahoma"/>
              </a:rPr>
              <a:t>of</a:t>
            </a:r>
            <a:endParaRPr sz="600" dirty="0">
              <a:latin typeface="Tahoma"/>
              <a:cs typeface="Tahoma"/>
            </a:endParaRPr>
          </a:p>
          <a:p>
            <a:pPr algn="ctr">
              <a:lnSpc>
                <a:spcPct val="100000"/>
              </a:lnSpc>
              <a:spcBef>
                <a:spcPts val="335"/>
              </a:spcBef>
            </a:pPr>
            <a:r>
              <a:rPr lang="en-US" sz="900" spc="25" dirty="0" smtClean="0">
                <a:latin typeface="Tahoma"/>
                <a:cs typeface="Tahoma"/>
              </a:rPr>
              <a:t> Mr. </a:t>
            </a:r>
            <a:r>
              <a:rPr lang="en-US" sz="900" spc="25" dirty="0" err="1" smtClean="0">
                <a:latin typeface="Tahoma"/>
                <a:cs typeface="Tahoma"/>
              </a:rPr>
              <a:t>Ashish</a:t>
            </a:r>
            <a:r>
              <a:rPr lang="en-US" sz="900" spc="25" dirty="0" smtClean="0">
                <a:latin typeface="Tahoma"/>
                <a:cs typeface="Tahoma"/>
              </a:rPr>
              <a:t> </a:t>
            </a:r>
            <a:r>
              <a:rPr lang="en-US" sz="900" spc="25" dirty="0" err="1" smtClean="0">
                <a:latin typeface="Tahoma"/>
                <a:cs typeface="Tahoma"/>
              </a:rPr>
              <a:t>Dwivedi</a:t>
            </a:r>
            <a:endParaRPr lang="en-US" sz="900" dirty="0">
              <a:latin typeface="Tahoma"/>
              <a:cs typeface="Tahoma"/>
            </a:endParaRPr>
          </a:p>
          <a:p>
            <a:pPr algn="ctr">
              <a:lnSpc>
                <a:spcPct val="100000"/>
              </a:lnSpc>
              <a:spcBef>
                <a:spcPts val="335"/>
              </a:spcBef>
            </a:pPr>
            <a:r>
              <a:rPr sz="800" spc="5" dirty="0" smtClean="0">
                <a:latin typeface="Tahoma"/>
                <a:cs typeface="Tahoma"/>
              </a:rPr>
              <a:t>(Assistant</a:t>
            </a:r>
            <a:r>
              <a:rPr sz="800" dirty="0" smtClean="0">
                <a:latin typeface="Tahoma"/>
                <a:cs typeface="Tahoma"/>
              </a:rPr>
              <a:t> </a:t>
            </a:r>
            <a:r>
              <a:rPr sz="800" spc="-5" dirty="0">
                <a:latin typeface="Tahoma"/>
                <a:cs typeface="Tahoma"/>
              </a:rPr>
              <a:t>Professor)</a:t>
            </a:r>
            <a:endParaRPr sz="800" dirty="0">
              <a:latin typeface="Tahoma"/>
              <a:cs typeface="Tahoma"/>
            </a:endParaRPr>
          </a:p>
        </p:txBody>
      </p:sp>
      <p:pic>
        <p:nvPicPr>
          <p:cNvPr id="3" name="object 3"/>
          <p:cNvPicPr/>
          <p:nvPr/>
        </p:nvPicPr>
        <p:blipFill>
          <a:blip r:embed="rId2" cstate="print"/>
          <a:stretch>
            <a:fillRect/>
          </a:stretch>
        </p:blipFill>
        <p:spPr>
          <a:xfrm>
            <a:off x="1466850" y="2568575"/>
            <a:ext cx="1828800" cy="381000"/>
          </a:xfrm>
          <a:prstGeom prst="rect">
            <a:avLst/>
          </a:prstGeom>
        </p:spPr>
      </p:pic>
      <p:sp>
        <p:nvSpPr>
          <p:cNvPr id="4" name="object 4"/>
          <p:cNvSpPr txBox="1"/>
          <p:nvPr/>
        </p:nvSpPr>
        <p:spPr>
          <a:xfrm>
            <a:off x="1113980" y="2971200"/>
            <a:ext cx="2524760" cy="455894"/>
          </a:xfrm>
          <a:prstGeom prst="rect">
            <a:avLst/>
          </a:prstGeom>
        </p:spPr>
        <p:txBody>
          <a:bodyPr vert="horz" wrap="square" lIns="0" tIns="21590" rIns="0" bIns="0" rtlCol="0">
            <a:spAutoFit/>
          </a:bodyPr>
          <a:lstStyle/>
          <a:p>
            <a:pPr algn="ctr">
              <a:lnSpc>
                <a:spcPct val="100000"/>
              </a:lnSpc>
              <a:spcBef>
                <a:spcPts val="170"/>
              </a:spcBef>
            </a:pPr>
            <a:r>
              <a:rPr sz="800" dirty="0">
                <a:latin typeface="Tahoma"/>
                <a:cs typeface="Tahoma"/>
              </a:rPr>
              <a:t>Department</a:t>
            </a:r>
            <a:r>
              <a:rPr sz="800" spc="30" dirty="0">
                <a:latin typeface="Tahoma"/>
                <a:cs typeface="Tahoma"/>
              </a:rPr>
              <a:t> </a:t>
            </a:r>
            <a:r>
              <a:rPr sz="800" spc="-5" dirty="0">
                <a:latin typeface="Tahoma"/>
                <a:cs typeface="Tahoma"/>
              </a:rPr>
              <a:t>of</a:t>
            </a:r>
            <a:r>
              <a:rPr sz="800" spc="35" dirty="0">
                <a:latin typeface="Tahoma"/>
                <a:cs typeface="Tahoma"/>
              </a:rPr>
              <a:t> </a:t>
            </a:r>
            <a:r>
              <a:rPr lang="en-US" sz="800" spc="-5" dirty="0" smtClean="0">
                <a:latin typeface="Tahoma"/>
                <a:cs typeface="Tahoma"/>
              </a:rPr>
              <a:t>Information Technology</a:t>
            </a:r>
            <a:r>
              <a:rPr sz="800" spc="35" dirty="0" smtClean="0">
                <a:latin typeface="Tahoma"/>
                <a:cs typeface="Tahoma"/>
              </a:rPr>
              <a:t> </a:t>
            </a:r>
            <a:endParaRPr sz="800" dirty="0">
              <a:latin typeface="Tahoma"/>
              <a:cs typeface="Tahoma"/>
            </a:endParaRPr>
          </a:p>
          <a:p>
            <a:pPr marL="12700" marR="5080" algn="ctr">
              <a:lnSpc>
                <a:spcPct val="102699"/>
              </a:lnSpc>
              <a:spcBef>
                <a:spcPts val="60"/>
              </a:spcBef>
            </a:pPr>
            <a:r>
              <a:rPr sz="900" spc="-25" dirty="0">
                <a:latin typeface="Tahoma"/>
                <a:cs typeface="Tahoma"/>
              </a:rPr>
              <a:t>United</a:t>
            </a:r>
            <a:r>
              <a:rPr sz="900" spc="20" dirty="0">
                <a:latin typeface="Tahoma"/>
                <a:cs typeface="Tahoma"/>
              </a:rPr>
              <a:t> </a:t>
            </a:r>
            <a:r>
              <a:rPr sz="900" spc="-35" dirty="0">
                <a:latin typeface="Tahoma"/>
                <a:cs typeface="Tahoma"/>
              </a:rPr>
              <a:t>Institute</a:t>
            </a:r>
            <a:r>
              <a:rPr sz="900" spc="25" dirty="0">
                <a:latin typeface="Tahoma"/>
                <a:cs typeface="Tahoma"/>
              </a:rPr>
              <a:t> </a:t>
            </a:r>
            <a:r>
              <a:rPr sz="900" dirty="0">
                <a:latin typeface="Tahoma"/>
                <a:cs typeface="Tahoma"/>
              </a:rPr>
              <a:t>Of</a:t>
            </a:r>
            <a:r>
              <a:rPr sz="900" spc="15" dirty="0">
                <a:latin typeface="Tahoma"/>
                <a:cs typeface="Tahoma"/>
              </a:rPr>
              <a:t> </a:t>
            </a:r>
            <a:r>
              <a:rPr sz="900" spc="-45" dirty="0">
                <a:latin typeface="Tahoma"/>
                <a:cs typeface="Tahoma"/>
              </a:rPr>
              <a:t>Technology</a:t>
            </a:r>
            <a:r>
              <a:rPr sz="900" spc="25" dirty="0">
                <a:latin typeface="Tahoma"/>
                <a:cs typeface="Tahoma"/>
              </a:rPr>
              <a:t> </a:t>
            </a:r>
            <a:r>
              <a:rPr sz="900" spc="-30" dirty="0">
                <a:latin typeface="Tahoma"/>
                <a:cs typeface="Tahoma"/>
              </a:rPr>
              <a:t>(Prayagraj) </a:t>
            </a:r>
            <a:endParaRPr lang="en-US" sz="900" spc="-30" dirty="0" smtClean="0">
              <a:latin typeface="Tahoma"/>
              <a:cs typeface="Tahoma"/>
            </a:endParaRPr>
          </a:p>
          <a:p>
            <a:pPr marL="12700" marR="5080" algn="ctr">
              <a:lnSpc>
                <a:spcPct val="102699"/>
              </a:lnSpc>
              <a:spcBef>
                <a:spcPts val="60"/>
              </a:spcBef>
            </a:pPr>
            <a:r>
              <a:rPr sz="900" spc="-330" dirty="0" smtClean="0">
                <a:latin typeface="Tahoma"/>
                <a:cs typeface="Tahoma"/>
              </a:rPr>
              <a:t> </a:t>
            </a:r>
            <a:r>
              <a:rPr sz="900" spc="-55" dirty="0">
                <a:latin typeface="Tahoma"/>
                <a:cs typeface="Tahoma"/>
              </a:rPr>
              <a:t>2022-2023</a:t>
            </a:r>
            <a:endParaRPr sz="1050" dirty="0">
              <a:latin typeface="Tahoma"/>
              <a:cs typeface="Tahoma"/>
            </a:endParaRPr>
          </a:p>
        </p:txBody>
      </p:sp>
      <p:sp>
        <p:nvSpPr>
          <p:cNvPr id="5" name="object 5"/>
          <p:cNvSpPr txBox="1"/>
          <p:nvPr/>
        </p:nvSpPr>
        <p:spPr>
          <a:xfrm>
            <a:off x="4366755" y="3323099"/>
            <a:ext cx="173355" cy="116839"/>
          </a:xfrm>
          <a:prstGeom prst="rect">
            <a:avLst/>
          </a:prstGeom>
        </p:spPr>
        <p:txBody>
          <a:bodyPr vert="horz" wrap="square" lIns="0" tIns="12065" rIns="0" bIns="0" rtlCol="0">
            <a:spAutoFit/>
          </a:bodyPr>
          <a:lstStyle/>
          <a:p>
            <a:pPr marL="12700">
              <a:lnSpc>
                <a:spcPct val="100000"/>
              </a:lnSpc>
              <a:spcBef>
                <a:spcPts val="95"/>
              </a:spcBef>
            </a:pPr>
            <a:r>
              <a:rPr sz="600" spc="-15" dirty="0">
                <a:latin typeface="Tahoma"/>
                <a:cs typeface="Tahoma"/>
              </a:rPr>
              <a:t>1</a:t>
            </a:r>
            <a:r>
              <a:rPr sz="600" spc="-85" dirty="0">
                <a:latin typeface="Tahoma"/>
                <a:cs typeface="Tahoma"/>
              </a:rPr>
              <a:t> </a:t>
            </a:r>
            <a:r>
              <a:rPr sz="600" spc="85" dirty="0">
                <a:latin typeface="Tahoma"/>
                <a:cs typeface="Tahoma"/>
              </a:rPr>
              <a:t>/</a:t>
            </a:r>
            <a:r>
              <a:rPr sz="600" spc="-85" dirty="0">
                <a:latin typeface="Tahoma"/>
                <a:cs typeface="Tahoma"/>
              </a:rPr>
              <a:t> </a:t>
            </a:r>
            <a:r>
              <a:rPr sz="600" spc="-15" dirty="0">
                <a:latin typeface="Tahoma"/>
                <a:cs typeface="Tahoma"/>
              </a:rPr>
              <a:t>9</a:t>
            </a:r>
            <a:endParaRPr sz="600">
              <a:latin typeface="Tahoma"/>
              <a:cs typeface="Tahoma"/>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39125" y="64932"/>
            <a:ext cx="1329055" cy="244475"/>
          </a:xfrm>
          <a:prstGeom prst="rect">
            <a:avLst/>
          </a:prstGeom>
        </p:spPr>
        <p:txBody>
          <a:bodyPr vert="horz" wrap="square" lIns="0" tIns="17145" rIns="0" bIns="0" rtlCol="0">
            <a:spAutoFit/>
          </a:bodyPr>
          <a:lstStyle/>
          <a:p>
            <a:pPr marL="12700">
              <a:lnSpc>
                <a:spcPct val="100000"/>
              </a:lnSpc>
              <a:spcBef>
                <a:spcPts val="135"/>
              </a:spcBef>
            </a:pPr>
            <a:r>
              <a:rPr sz="1400" spc="-45" dirty="0">
                <a:solidFill>
                  <a:srgbClr val="B40404"/>
                </a:solidFill>
              </a:rPr>
              <a:t>Table</a:t>
            </a:r>
            <a:r>
              <a:rPr sz="1400" spc="5" dirty="0">
                <a:solidFill>
                  <a:srgbClr val="B40404"/>
                </a:solidFill>
              </a:rPr>
              <a:t> </a:t>
            </a:r>
            <a:r>
              <a:rPr sz="1400" spc="10" dirty="0">
                <a:solidFill>
                  <a:srgbClr val="B40404"/>
                </a:solidFill>
              </a:rPr>
              <a:t>Of </a:t>
            </a:r>
            <a:r>
              <a:rPr sz="1400" spc="-30" dirty="0">
                <a:solidFill>
                  <a:srgbClr val="B40404"/>
                </a:solidFill>
              </a:rPr>
              <a:t>Content</a:t>
            </a:r>
            <a:endParaRPr sz="14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675"/>
              </a:lnSpc>
            </a:pPr>
            <a:fld id="{81D60167-4931-47E6-BA6A-407CBD079E47}" type="slidenum">
              <a:rPr dirty="0"/>
              <a:pPr marL="38100">
                <a:lnSpc>
                  <a:spcPts val="675"/>
                </a:lnSpc>
              </a:pPr>
              <a:t>2</a:t>
            </a:fld>
            <a:r>
              <a:rPr spc="-75" dirty="0"/>
              <a:t> </a:t>
            </a:r>
            <a:r>
              <a:rPr dirty="0"/>
              <a:t>/</a:t>
            </a:r>
            <a:r>
              <a:rPr spc="-75" dirty="0"/>
              <a:t> </a:t>
            </a:r>
            <a:r>
              <a:rPr dirty="0"/>
              <a:t>13</a:t>
            </a:r>
          </a:p>
        </p:txBody>
      </p:sp>
      <p:sp>
        <p:nvSpPr>
          <p:cNvPr id="3" name="object 3"/>
          <p:cNvSpPr txBox="1"/>
          <p:nvPr/>
        </p:nvSpPr>
        <p:spPr>
          <a:xfrm>
            <a:off x="400050" y="358775"/>
            <a:ext cx="1676400" cy="2879634"/>
          </a:xfrm>
          <a:prstGeom prst="rect">
            <a:avLst/>
          </a:prstGeom>
        </p:spPr>
        <p:txBody>
          <a:bodyPr vert="horz" wrap="square" lIns="0" tIns="12700" rIns="0" bIns="0" rtlCol="0">
            <a:spAutoFit/>
          </a:bodyPr>
          <a:lstStyle/>
          <a:p>
            <a:pPr marL="12700" marR="123189">
              <a:lnSpc>
                <a:spcPct val="147000"/>
              </a:lnSpc>
              <a:spcBef>
                <a:spcPts val="100"/>
              </a:spcBef>
            </a:pPr>
            <a:r>
              <a:rPr sz="1100" spc="-35" dirty="0">
                <a:solidFill>
                  <a:srgbClr val="3333B2"/>
                </a:solidFill>
                <a:latin typeface="Tahoma"/>
                <a:cs typeface="Tahoma"/>
                <a:hlinkClick r:id="rId2" action="ppaction://hlinksldjump"/>
              </a:rPr>
              <a:t>Introduction </a:t>
            </a:r>
            <a:r>
              <a:rPr sz="1100" spc="-30" dirty="0">
                <a:solidFill>
                  <a:srgbClr val="3333B2"/>
                </a:solidFill>
                <a:latin typeface="Tahoma"/>
                <a:cs typeface="Tahoma"/>
              </a:rPr>
              <a:t> </a:t>
            </a:r>
            <a:r>
              <a:rPr sz="1100" spc="-30" dirty="0">
                <a:solidFill>
                  <a:srgbClr val="3333B2"/>
                </a:solidFill>
                <a:latin typeface="Tahoma"/>
                <a:cs typeface="Tahoma"/>
                <a:hlinkClick r:id="rId3" action="ppaction://hlinksldjump"/>
              </a:rPr>
              <a:t>Problem</a:t>
            </a:r>
            <a:r>
              <a:rPr sz="1100" spc="-10" dirty="0">
                <a:solidFill>
                  <a:srgbClr val="3333B2"/>
                </a:solidFill>
                <a:latin typeface="Tahoma"/>
                <a:cs typeface="Tahoma"/>
                <a:hlinkClick r:id="rId3" action="ppaction://hlinksldjump"/>
              </a:rPr>
              <a:t> </a:t>
            </a:r>
            <a:r>
              <a:rPr sz="1100" spc="-35" dirty="0">
                <a:solidFill>
                  <a:srgbClr val="3333B2"/>
                </a:solidFill>
                <a:latin typeface="Tahoma"/>
                <a:cs typeface="Tahoma"/>
                <a:hlinkClick r:id="rId3" action="ppaction://hlinksldjump"/>
              </a:rPr>
              <a:t>Statement </a:t>
            </a:r>
            <a:r>
              <a:rPr sz="1100" spc="-330" dirty="0">
                <a:solidFill>
                  <a:srgbClr val="3333B2"/>
                </a:solidFill>
                <a:latin typeface="Tahoma"/>
                <a:cs typeface="Tahoma"/>
              </a:rPr>
              <a:t> </a:t>
            </a:r>
            <a:r>
              <a:rPr sz="1100" spc="-25" dirty="0">
                <a:solidFill>
                  <a:srgbClr val="3333B2"/>
                </a:solidFill>
                <a:latin typeface="Tahoma"/>
                <a:cs typeface="Tahoma"/>
                <a:hlinkClick r:id="rId4" action="ppaction://hlinksldjump"/>
              </a:rPr>
              <a:t>Solution</a:t>
            </a:r>
            <a:r>
              <a:rPr lang="en-US" sz="1100" spc="-25" dirty="0">
                <a:solidFill>
                  <a:srgbClr val="3333B2"/>
                </a:solidFill>
                <a:latin typeface="Tahoma"/>
                <a:cs typeface="Tahoma"/>
              </a:rPr>
              <a:t> </a:t>
            </a:r>
          </a:p>
          <a:p>
            <a:pPr marL="12700" marR="123189">
              <a:lnSpc>
                <a:spcPct val="147000"/>
              </a:lnSpc>
              <a:spcBef>
                <a:spcPts val="100"/>
              </a:spcBef>
            </a:pPr>
            <a:r>
              <a:rPr lang="en-US" sz="1100" spc="-35" dirty="0">
                <a:solidFill>
                  <a:srgbClr val="3333B2"/>
                </a:solidFill>
                <a:latin typeface="Tahoma"/>
                <a:cs typeface="Tahoma"/>
                <a:hlinkClick r:id="rId2" action="ppaction://hlinksldjump"/>
              </a:rPr>
              <a:t>Proposed SDLC Model</a:t>
            </a:r>
            <a:endParaRPr sz="1100" spc="-35" dirty="0">
              <a:solidFill>
                <a:srgbClr val="3333B2"/>
              </a:solidFill>
              <a:latin typeface="Tahoma"/>
              <a:cs typeface="Tahoma"/>
              <a:hlinkClick r:id="rId2" action="ppaction://hlinksldjump"/>
            </a:endParaRPr>
          </a:p>
          <a:p>
            <a:pPr marL="12700">
              <a:lnSpc>
                <a:spcPct val="100000"/>
              </a:lnSpc>
              <a:spcBef>
                <a:spcPts val="620"/>
              </a:spcBef>
            </a:pPr>
            <a:r>
              <a:rPr sz="1100" spc="-50" dirty="0">
                <a:solidFill>
                  <a:srgbClr val="3333B2"/>
                </a:solidFill>
                <a:latin typeface="Tahoma"/>
                <a:cs typeface="Tahoma"/>
                <a:hlinkClick r:id="rId5" action="ppaction://hlinksldjump"/>
              </a:rPr>
              <a:t>Interface</a:t>
            </a:r>
            <a:endParaRPr lang="en-US" sz="1100" dirty="0">
              <a:latin typeface="Tahoma"/>
              <a:cs typeface="Tahoma"/>
            </a:endParaRPr>
          </a:p>
          <a:p>
            <a:pPr marL="12700">
              <a:lnSpc>
                <a:spcPct val="100000"/>
              </a:lnSpc>
              <a:spcBef>
                <a:spcPts val="620"/>
              </a:spcBef>
            </a:pPr>
            <a:r>
              <a:rPr sz="1100" spc="-25" dirty="0" err="1">
                <a:latin typeface="Tahoma"/>
                <a:cs typeface="Tahoma"/>
                <a:hlinkClick r:id="rId6" action="ppaction://hlinksldjump"/>
              </a:rPr>
              <a:t>Algorithum</a:t>
            </a:r>
            <a:r>
              <a:rPr sz="1100" spc="-10" dirty="0">
                <a:latin typeface="Tahoma"/>
                <a:cs typeface="Tahoma"/>
                <a:hlinkClick r:id="rId6" action="ppaction://hlinksldjump"/>
              </a:rPr>
              <a:t> </a:t>
            </a:r>
            <a:r>
              <a:rPr sz="1100" spc="-70" dirty="0">
                <a:latin typeface="Tahoma"/>
                <a:cs typeface="Tahoma"/>
                <a:hlinkClick r:id="rId6" action="ppaction://hlinksldjump"/>
              </a:rPr>
              <a:t>used</a:t>
            </a:r>
            <a:endParaRPr sz="1100" dirty="0">
              <a:latin typeface="Tahoma"/>
              <a:cs typeface="Tahoma"/>
            </a:endParaRPr>
          </a:p>
          <a:p>
            <a:pPr marL="12700" marR="5080">
              <a:lnSpc>
                <a:spcPct val="147000"/>
              </a:lnSpc>
            </a:pPr>
            <a:r>
              <a:rPr lang="en-US" sz="800" spc="-25" dirty="0">
                <a:latin typeface="Tahoma"/>
                <a:cs typeface="Tahoma"/>
                <a:hlinkClick r:id="rId7" action="ppaction://hlinksldjump"/>
              </a:rPr>
              <a:t>    </a:t>
            </a:r>
            <a:r>
              <a:rPr sz="800" spc="-25" dirty="0">
                <a:latin typeface="Tahoma"/>
                <a:cs typeface="Tahoma"/>
                <a:hlinkClick r:id="rId7" action="ppaction://hlinksldjump"/>
              </a:rPr>
              <a:t>Length Checker </a:t>
            </a:r>
            <a:endParaRPr lang="en-US" sz="800" spc="-25" dirty="0">
              <a:latin typeface="Tahoma"/>
              <a:cs typeface="Tahoma"/>
            </a:endParaRPr>
          </a:p>
          <a:p>
            <a:pPr marL="12700" marR="5080">
              <a:lnSpc>
                <a:spcPct val="147000"/>
              </a:lnSpc>
            </a:pPr>
            <a:r>
              <a:rPr lang="en-US" sz="800" spc="-25" dirty="0">
                <a:latin typeface="Tahoma"/>
                <a:cs typeface="Tahoma"/>
                <a:hlinkClick r:id="rId6" action="ppaction://hlinksldjump"/>
              </a:rPr>
              <a:t>    Grammar Checker</a:t>
            </a:r>
            <a:r>
              <a:rPr sz="800" spc="-25" dirty="0">
                <a:latin typeface="Tahoma"/>
                <a:cs typeface="Tahoma"/>
                <a:hlinkClick r:id="rId6" action="ppaction://hlinksldjump"/>
              </a:rPr>
              <a:t> </a:t>
            </a:r>
            <a:endParaRPr lang="en-US" sz="800" spc="-25" dirty="0">
              <a:latin typeface="Tahoma"/>
              <a:cs typeface="Tahoma"/>
            </a:endParaRPr>
          </a:p>
          <a:p>
            <a:pPr marL="12700" marR="123189">
              <a:lnSpc>
                <a:spcPct val="147000"/>
              </a:lnSpc>
              <a:spcBef>
                <a:spcPts val="100"/>
              </a:spcBef>
            </a:pPr>
            <a:r>
              <a:rPr lang="en-US" sz="1100" spc="-35" dirty="0" smtClean="0">
                <a:solidFill>
                  <a:srgbClr val="3333B2"/>
                </a:solidFill>
                <a:latin typeface="Tahoma"/>
                <a:cs typeface="Tahoma"/>
                <a:hlinkClick r:id="rId2" action="ppaction://hlinksldjump"/>
              </a:rPr>
              <a:t>System Requirements</a:t>
            </a:r>
            <a:endParaRPr lang="en-US" sz="1100" spc="-35" dirty="0">
              <a:solidFill>
                <a:srgbClr val="3333B2"/>
              </a:solidFill>
              <a:latin typeface="Tahoma"/>
              <a:cs typeface="Tahoma"/>
              <a:hlinkClick r:id="rId2" action="ppaction://hlinksldjump"/>
            </a:endParaRPr>
          </a:p>
          <a:p>
            <a:pPr marL="12700" marR="5080">
              <a:lnSpc>
                <a:spcPct val="147000"/>
              </a:lnSpc>
            </a:pPr>
            <a:r>
              <a:rPr lang="en-US" sz="800" spc="-25" dirty="0">
                <a:solidFill>
                  <a:srgbClr val="3333B2"/>
                </a:solidFill>
                <a:latin typeface="Tahoma"/>
                <a:cs typeface="Tahoma"/>
              </a:rPr>
              <a:t>     </a:t>
            </a:r>
            <a:r>
              <a:rPr lang="en-US" sz="800" spc="5" dirty="0">
                <a:latin typeface="Tahoma"/>
                <a:cs typeface="Tahoma"/>
              </a:rPr>
              <a:t>  </a:t>
            </a:r>
            <a:r>
              <a:rPr lang="en-US" sz="800" spc="-25" dirty="0">
                <a:latin typeface="Tahoma"/>
                <a:cs typeface="Tahoma"/>
                <a:hlinkClick r:id="rId7" action="ppaction://hlinksldjump"/>
              </a:rPr>
              <a:t>Software Requirement</a:t>
            </a:r>
          </a:p>
          <a:p>
            <a:pPr marL="12700" marR="5080">
              <a:lnSpc>
                <a:spcPct val="147000"/>
              </a:lnSpc>
            </a:pPr>
            <a:r>
              <a:rPr lang="en-US" sz="800" spc="-25" dirty="0">
                <a:solidFill>
                  <a:srgbClr val="3333B2"/>
                </a:solidFill>
                <a:latin typeface="Tahoma"/>
                <a:cs typeface="Tahoma"/>
              </a:rPr>
              <a:t>       </a:t>
            </a:r>
            <a:r>
              <a:rPr lang="en-US" sz="800" spc="-25" dirty="0">
                <a:latin typeface="Tahoma"/>
                <a:cs typeface="Tahoma"/>
                <a:hlinkClick r:id="rId7" action="ppaction://hlinksldjump"/>
              </a:rPr>
              <a:t>Hardware Requirement</a:t>
            </a:r>
          </a:p>
          <a:p>
            <a:pPr marL="12700" marR="5080">
              <a:lnSpc>
                <a:spcPct val="147000"/>
              </a:lnSpc>
            </a:pPr>
            <a:r>
              <a:rPr lang="en-US" sz="800" spc="-25" dirty="0">
                <a:latin typeface="Tahoma"/>
                <a:cs typeface="Tahoma"/>
                <a:hlinkClick r:id="rId7" action="ppaction://hlinksldjump"/>
              </a:rPr>
              <a:t>       Database Requirement</a:t>
            </a:r>
          </a:p>
          <a:p>
            <a:pPr marL="12700" marR="5080">
              <a:lnSpc>
                <a:spcPct val="147000"/>
              </a:lnSpc>
            </a:pPr>
            <a:r>
              <a:rPr sz="800" spc="-20" dirty="0" smtClean="0">
                <a:solidFill>
                  <a:srgbClr val="3333B2"/>
                </a:solidFill>
                <a:latin typeface="Tahoma"/>
                <a:cs typeface="Tahoma"/>
              </a:rPr>
              <a:t> </a:t>
            </a:r>
            <a:r>
              <a:rPr lang="en-US" sz="1100" spc="-30" dirty="0">
                <a:solidFill>
                  <a:srgbClr val="3333B2"/>
                </a:solidFill>
                <a:latin typeface="Tahoma"/>
                <a:cs typeface="Tahoma"/>
                <a:hlinkClick r:id="rId8" action="ppaction://hlinksldjump"/>
              </a:rPr>
              <a:t>Design &amp; </a:t>
            </a:r>
            <a:r>
              <a:rPr sz="1100" spc="-30" dirty="0">
                <a:solidFill>
                  <a:srgbClr val="3333B2"/>
                </a:solidFill>
                <a:latin typeface="Tahoma"/>
                <a:cs typeface="Tahoma"/>
                <a:hlinkClick r:id="rId8" action="ppaction://hlinksldjump"/>
              </a:rPr>
              <a:t>Diagram</a:t>
            </a:r>
            <a:endParaRPr sz="1100" dirty="0">
              <a:latin typeface="Tahoma"/>
              <a:cs typeface="Tahoma"/>
            </a:endParaRPr>
          </a:p>
          <a:p>
            <a:pPr marL="220345" marR="58419">
              <a:lnSpc>
                <a:spcPct val="118000"/>
              </a:lnSpc>
            </a:pPr>
            <a:endParaRPr sz="1100" dirty="0">
              <a:latin typeface="Tahoma"/>
              <a:cs typeface="Tahoma"/>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47650" y="511175"/>
            <a:ext cx="4267200" cy="2455609"/>
          </a:xfrm>
        </p:spPr>
        <p:txBody>
          <a:bodyPr/>
          <a:lstStyle/>
          <a:p>
            <a:pPr marL="220345" marR="58419">
              <a:lnSpc>
                <a:spcPct val="118000"/>
              </a:lnSpc>
            </a:pPr>
            <a:r>
              <a:rPr lang="en-IN" sz="900" spc="-5" dirty="0">
                <a:hlinkClick r:id="rId2" action="ppaction://hlinksldjump"/>
              </a:rPr>
              <a:t>Activity</a:t>
            </a:r>
            <a:r>
              <a:rPr lang="en-IN" sz="900" spc="-40" dirty="0">
                <a:hlinkClick r:id="rId2" action="ppaction://hlinksldjump"/>
              </a:rPr>
              <a:t> </a:t>
            </a:r>
            <a:r>
              <a:rPr lang="en-IN" sz="900" spc="-30" dirty="0">
                <a:hlinkClick r:id="rId2" action="ppaction://hlinksldjump"/>
              </a:rPr>
              <a:t>Diagram</a:t>
            </a:r>
          </a:p>
          <a:p>
            <a:pPr marL="220345" marR="58419">
              <a:lnSpc>
                <a:spcPct val="118000"/>
              </a:lnSpc>
            </a:pPr>
            <a:r>
              <a:rPr lang="en-IN" sz="900" spc="-30" dirty="0">
                <a:hlinkClick r:id="rId2" action="ppaction://hlinksldjump"/>
              </a:rPr>
              <a:t> </a:t>
            </a:r>
            <a:r>
              <a:rPr lang="en-IN" sz="900" spc="5" dirty="0">
                <a:hlinkClick r:id="rId3" action="ppaction://hlinksldjump"/>
              </a:rPr>
              <a:t>Block</a:t>
            </a:r>
            <a:r>
              <a:rPr lang="en-IN" sz="900" spc="-10" dirty="0">
                <a:hlinkClick r:id="rId3" action="ppaction://hlinksldjump"/>
              </a:rPr>
              <a:t> </a:t>
            </a:r>
            <a:r>
              <a:rPr lang="en-IN" sz="900" spc="-30" dirty="0">
                <a:hlinkClick r:id="rId3" action="ppaction://hlinksldjump"/>
              </a:rPr>
              <a:t>Diagram</a:t>
            </a:r>
            <a:endParaRPr lang="en-IN" sz="900" spc="-30" dirty="0"/>
          </a:p>
          <a:p>
            <a:pPr marL="220345" marR="58419">
              <a:lnSpc>
                <a:spcPct val="118000"/>
              </a:lnSpc>
            </a:pPr>
            <a:r>
              <a:rPr lang="en-IN" sz="800" spc="5" dirty="0" err="1">
                <a:hlinkClick r:id="rId3" action="ppaction://hlinksldjump"/>
              </a:rPr>
              <a:t>Usecase</a:t>
            </a:r>
            <a:r>
              <a:rPr lang="en-IN" sz="800" spc="5" dirty="0">
                <a:hlinkClick r:id="rId3" action="ppaction://hlinksldjump"/>
              </a:rPr>
              <a:t> Diagram</a:t>
            </a:r>
          </a:p>
          <a:p>
            <a:pPr marL="12700" marR="627380">
              <a:lnSpc>
                <a:spcPct val="147000"/>
              </a:lnSpc>
            </a:pPr>
            <a:r>
              <a:rPr lang="en-IN" spc="-35" dirty="0">
                <a:solidFill>
                  <a:srgbClr val="3333B2"/>
                </a:solidFill>
                <a:hlinkClick r:id="rId4" action="ppaction://hlinksldjump"/>
              </a:rPr>
              <a:t>C</a:t>
            </a:r>
            <a:r>
              <a:rPr lang="en-IN" kern="1200" spc="-35" dirty="0">
                <a:solidFill>
                  <a:srgbClr val="3333B2"/>
                </a:solidFill>
                <a:hlinkClick r:id="rId4" action="ppaction://hlinksldjump"/>
              </a:rPr>
              <a:t>onclusion </a:t>
            </a:r>
            <a:endParaRPr lang="en-IN" kern="1200" spc="-35" dirty="0">
              <a:solidFill>
                <a:srgbClr val="3333B2"/>
              </a:solidFill>
              <a:hlinkClick r:id="rId5" action="ppaction://hlinksldjump"/>
            </a:endParaRPr>
          </a:p>
          <a:p>
            <a:pPr marL="12700" marR="627380">
              <a:lnSpc>
                <a:spcPct val="147000"/>
              </a:lnSpc>
            </a:pPr>
            <a:r>
              <a:rPr lang="en-US" spc="-35" dirty="0">
                <a:solidFill>
                  <a:srgbClr val="3333B2"/>
                </a:solidFill>
                <a:hlinkClick r:id="rId4" action="ppaction://hlinksldjump"/>
              </a:rPr>
              <a:t>Future </a:t>
            </a:r>
            <a:r>
              <a:rPr lang="en-US" spc="-35" dirty="0" smtClean="0">
                <a:solidFill>
                  <a:srgbClr val="3333B2"/>
                </a:solidFill>
                <a:hlinkClick r:id="rId4" action="ppaction://hlinksldjump"/>
              </a:rPr>
              <a:t>Scope</a:t>
            </a:r>
          </a:p>
          <a:p>
            <a:pPr marL="12700" marR="627380">
              <a:lnSpc>
                <a:spcPct val="147000"/>
              </a:lnSpc>
            </a:pPr>
            <a:r>
              <a:rPr lang="en-US" spc="-35" dirty="0" smtClean="0">
                <a:solidFill>
                  <a:srgbClr val="3333B2"/>
                </a:solidFill>
                <a:hlinkClick r:id="rId4" action="ppaction://hlinksldjump"/>
              </a:rPr>
              <a:t>Project Interface</a:t>
            </a:r>
          </a:p>
          <a:p>
            <a:pPr marL="220345" marR="58419">
              <a:lnSpc>
                <a:spcPct val="118000"/>
              </a:lnSpc>
            </a:pPr>
            <a:r>
              <a:rPr lang="en-US" spc="-35" dirty="0" smtClean="0">
                <a:solidFill>
                  <a:srgbClr val="3333B2"/>
                </a:solidFill>
                <a:hlinkClick r:id="rId4" action="ppaction://hlinksldjump"/>
              </a:rPr>
              <a:t>    </a:t>
            </a:r>
            <a:r>
              <a:rPr lang="en-US" sz="800" spc="-5" dirty="0" smtClean="0">
                <a:hlinkClick r:id="rId4" action="ppaction://hlinksldjump"/>
              </a:rPr>
              <a:t>Login Interface</a:t>
            </a:r>
          </a:p>
          <a:p>
            <a:pPr marL="220345" marR="58419">
              <a:lnSpc>
                <a:spcPct val="118000"/>
              </a:lnSpc>
            </a:pPr>
            <a:r>
              <a:rPr lang="en-US" sz="800" spc="-5" dirty="0" smtClean="0">
                <a:hlinkClick r:id="rId4" action="ppaction://hlinksldjump"/>
              </a:rPr>
              <a:t>     Register Interface</a:t>
            </a:r>
          </a:p>
          <a:p>
            <a:pPr marL="220345" marR="58419">
              <a:lnSpc>
                <a:spcPct val="118000"/>
              </a:lnSpc>
            </a:pPr>
            <a:r>
              <a:rPr lang="en-US" sz="800" spc="-5" dirty="0" smtClean="0">
                <a:hlinkClick r:id="rId4" action="ppaction://hlinksldjump"/>
              </a:rPr>
              <a:t>     Student Interface</a:t>
            </a:r>
          </a:p>
          <a:p>
            <a:pPr marL="12700" marR="627380">
              <a:lnSpc>
                <a:spcPct val="147000"/>
              </a:lnSpc>
            </a:pPr>
            <a:r>
              <a:rPr lang="en-US" spc="-35" dirty="0" smtClean="0">
                <a:solidFill>
                  <a:srgbClr val="3333B2"/>
                </a:solidFill>
                <a:hlinkClick r:id="rId4" action="ppaction://hlinksldjump"/>
              </a:rPr>
              <a:t>Test Cases</a:t>
            </a:r>
            <a:endParaRPr lang="en-US" spc="-35" dirty="0">
              <a:solidFill>
                <a:srgbClr val="3333B2"/>
              </a:solidFill>
              <a:hlinkClick r:id="rId4" action="ppaction://hlinksldjump"/>
            </a:endParaRPr>
          </a:p>
          <a:p>
            <a:pPr marL="12700" marR="627380">
              <a:lnSpc>
                <a:spcPct val="147000"/>
              </a:lnSpc>
            </a:pPr>
            <a:r>
              <a:rPr lang="en-US" spc="-35" dirty="0">
                <a:solidFill>
                  <a:srgbClr val="3333B2"/>
                </a:solidFill>
                <a:hlinkClick r:id="rId4" action="ppaction://hlinksldjump">
                  <a:extLst>
                    <a:ext uri="{A12FA001-AC4F-418D-AE19-62706E023703}">
                      <ahyp:hlinkClr xmlns:ahyp="http://schemas.microsoft.com/office/drawing/2018/hyperlinkcolor" xmlns="" val="tx"/>
                    </a:ext>
                  </a:extLst>
                </a:hlinkClick>
              </a:rPr>
              <a:t>Accuracy Table</a:t>
            </a:r>
            <a:endParaRPr lang="en-IN" spc="-35" dirty="0">
              <a:solidFill>
                <a:srgbClr val="3333B2"/>
              </a:solidFill>
              <a:hlinkClick r:id="rId4" action="ppaction://hlinksldjump">
                <a:extLst>
                  <a:ext uri="{A12FA001-AC4F-418D-AE19-62706E023703}">
                    <ahyp:hlinkClr xmlns:ahyp="http://schemas.microsoft.com/office/drawing/2018/hyperlinkcolor" xmlns="" val="tx"/>
                  </a:ext>
                </a:extLst>
              </a:hlinkClick>
            </a:endParaRPr>
          </a:p>
          <a:p>
            <a:pPr marL="12700" marR="627380">
              <a:lnSpc>
                <a:spcPct val="147000"/>
              </a:lnSpc>
            </a:pPr>
            <a:r>
              <a:rPr lang="en-IN" spc="-55" dirty="0" smtClean="0">
                <a:solidFill>
                  <a:srgbClr val="3333B2"/>
                </a:solidFill>
                <a:hlinkClick r:id="rId6" action="ppaction://hlinksldjump"/>
              </a:rPr>
              <a:t>Reference</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6978" y="64932"/>
            <a:ext cx="934085" cy="244475"/>
          </a:xfrm>
          <a:prstGeom prst="rect">
            <a:avLst/>
          </a:prstGeom>
        </p:spPr>
        <p:txBody>
          <a:bodyPr vert="horz" wrap="square" lIns="0" tIns="17145" rIns="0" bIns="0" rtlCol="0">
            <a:spAutoFit/>
          </a:bodyPr>
          <a:lstStyle/>
          <a:p>
            <a:pPr marL="12700">
              <a:lnSpc>
                <a:spcPct val="100000"/>
              </a:lnSpc>
              <a:spcBef>
                <a:spcPts val="135"/>
              </a:spcBef>
            </a:pPr>
            <a:r>
              <a:rPr sz="1400" spc="-40" dirty="0">
                <a:solidFill>
                  <a:srgbClr val="B40404"/>
                </a:solidFill>
              </a:rPr>
              <a:t>Introduction</a:t>
            </a:r>
            <a:endParaRPr sz="14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675"/>
              </a:lnSpc>
            </a:pPr>
            <a:fld id="{81D60167-4931-47E6-BA6A-407CBD079E47}" type="slidenum">
              <a:rPr dirty="0"/>
              <a:pPr marL="38100">
                <a:lnSpc>
                  <a:spcPts val="675"/>
                </a:lnSpc>
              </a:pPr>
              <a:t>4</a:t>
            </a:fld>
            <a:r>
              <a:rPr spc="-75" dirty="0"/>
              <a:t> </a:t>
            </a:r>
            <a:r>
              <a:rPr dirty="0"/>
              <a:t>/</a:t>
            </a:r>
            <a:r>
              <a:rPr spc="-75" dirty="0"/>
              <a:t> </a:t>
            </a:r>
            <a:r>
              <a:rPr dirty="0"/>
              <a:t>13</a:t>
            </a:r>
          </a:p>
        </p:txBody>
      </p:sp>
      <p:sp>
        <p:nvSpPr>
          <p:cNvPr id="3" name="object 3"/>
          <p:cNvSpPr txBox="1"/>
          <p:nvPr/>
        </p:nvSpPr>
        <p:spPr>
          <a:xfrm>
            <a:off x="419303" y="679167"/>
            <a:ext cx="3866947" cy="2010166"/>
          </a:xfrm>
          <a:prstGeom prst="rect">
            <a:avLst/>
          </a:prstGeom>
        </p:spPr>
        <p:txBody>
          <a:bodyPr vert="horz" wrap="square" lIns="0" tIns="12700" rIns="0" bIns="0" rtlCol="0">
            <a:spAutoFit/>
          </a:bodyPr>
          <a:lstStyle/>
          <a:p>
            <a:pPr marL="12700" marR="5080" algn="just">
              <a:lnSpc>
                <a:spcPct val="118000"/>
              </a:lnSpc>
              <a:spcBef>
                <a:spcPts val="100"/>
              </a:spcBef>
            </a:pPr>
            <a:r>
              <a:rPr sz="1100" spc="-20" dirty="0">
                <a:latin typeface="Tahoma"/>
                <a:cs typeface="Tahoma"/>
              </a:rPr>
              <a:t>Lab-G </a:t>
            </a:r>
            <a:r>
              <a:rPr sz="1100" spc="-35" dirty="0">
                <a:latin typeface="Tahoma"/>
                <a:cs typeface="Tahoma"/>
              </a:rPr>
              <a:t>is </a:t>
            </a:r>
            <a:r>
              <a:rPr sz="1100" spc="-55" dirty="0">
                <a:latin typeface="Tahoma"/>
                <a:cs typeface="Tahoma"/>
              </a:rPr>
              <a:t>an </a:t>
            </a:r>
            <a:r>
              <a:rPr sz="1100" spc="-25" dirty="0" smtClean="0">
                <a:latin typeface="Tahoma"/>
                <a:cs typeface="Tahoma"/>
              </a:rPr>
              <a:t>application </a:t>
            </a:r>
            <a:r>
              <a:rPr sz="1100" spc="-70" dirty="0">
                <a:latin typeface="Tahoma"/>
                <a:cs typeface="Tahoma"/>
              </a:rPr>
              <a:t>used </a:t>
            </a:r>
            <a:r>
              <a:rPr sz="1100" spc="-45" dirty="0">
                <a:latin typeface="Tahoma"/>
                <a:cs typeface="Tahoma"/>
              </a:rPr>
              <a:t>for </a:t>
            </a:r>
            <a:r>
              <a:rPr sz="1100" spc="-40" dirty="0">
                <a:latin typeface="Tahoma"/>
                <a:cs typeface="Tahoma"/>
              </a:rPr>
              <a:t>assist the </a:t>
            </a:r>
            <a:r>
              <a:rPr sz="1100" spc="-45" dirty="0">
                <a:latin typeface="Tahoma"/>
                <a:cs typeface="Tahoma"/>
              </a:rPr>
              <a:t>growth </a:t>
            </a:r>
            <a:r>
              <a:rPr sz="1100" spc="-25" dirty="0">
                <a:latin typeface="Tahoma"/>
                <a:cs typeface="Tahoma"/>
              </a:rPr>
              <a:t>in </a:t>
            </a:r>
            <a:r>
              <a:rPr sz="1100" spc="-35" dirty="0">
                <a:latin typeface="Tahoma"/>
                <a:cs typeface="Tahoma"/>
              </a:rPr>
              <a:t>lab </a:t>
            </a:r>
            <a:r>
              <a:rPr sz="1100" spc="-30" dirty="0">
                <a:latin typeface="Tahoma"/>
                <a:cs typeface="Tahoma"/>
              </a:rPr>
              <a:t> </a:t>
            </a:r>
            <a:r>
              <a:rPr sz="1100" spc="-50" dirty="0">
                <a:latin typeface="Tahoma"/>
                <a:cs typeface="Tahoma"/>
              </a:rPr>
              <a:t>performance </a:t>
            </a:r>
            <a:r>
              <a:rPr sz="1100" spc="-60" dirty="0">
                <a:latin typeface="Tahoma"/>
                <a:cs typeface="Tahoma"/>
              </a:rPr>
              <a:t>by </a:t>
            </a:r>
            <a:r>
              <a:rPr sz="1100" spc="-40" dirty="0">
                <a:latin typeface="Tahoma"/>
                <a:cs typeface="Tahoma"/>
              </a:rPr>
              <a:t>student.</a:t>
            </a:r>
            <a:r>
              <a:rPr sz="1100" spc="-35" dirty="0">
                <a:latin typeface="Tahoma"/>
                <a:cs typeface="Tahoma"/>
              </a:rPr>
              <a:t> </a:t>
            </a:r>
            <a:r>
              <a:rPr sz="1100" spc="-80" dirty="0">
                <a:latin typeface="Tahoma"/>
                <a:cs typeface="Tahoma"/>
              </a:rPr>
              <a:t>In </a:t>
            </a:r>
            <a:r>
              <a:rPr sz="1100" spc="-25" dirty="0">
                <a:latin typeface="Tahoma"/>
                <a:cs typeface="Tahoma"/>
              </a:rPr>
              <a:t>this application </a:t>
            </a:r>
            <a:r>
              <a:rPr sz="1100" spc="-30" dirty="0">
                <a:latin typeface="Tahoma"/>
                <a:cs typeface="Tahoma"/>
              </a:rPr>
              <a:t>faculty </a:t>
            </a:r>
            <a:r>
              <a:rPr sz="1100" spc="-35" dirty="0">
                <a:latin typeface="Tahoma"/>
                <a:cs typeface="Tahoma"/>
              </a:rPr>
              <a:t>monitor </a:t>
            </a:r>
            <a:r>
              <a:rPr sz="1100" spc="-40" dirty="0">
                <a:latin typeface="Tahoma"/>
                <a:cs typeface="Tahoma"/>
              </a:rPr>
              <a:t>the </a:t>
            </a:r>
            <a:r>
              <a:rPr sz="1100" spc="-35" dirty="0">
                <a:latin typeface="Tahoma"/>
                <a:cs typeface="Tahoma"/>
              </a:rPr>
              <a:t> </a:t>
            </a:r>
            <a:r>
              <a:rPr sz="1100" spc="-50" dirty="0">
                <a:latin typeface="Tahoma"/>
                <a:cs typeface="Tahoma"/>
              </a:rPr>
              <a:t>performance </a:t>
            </a:r>
            <a:r>
              <a:rPr sz="1100" spc="-35" dirty="0">
                <a:latin typeface="Tahoma"/>
                <a:cs typeface="Tahoma"/>
              </a:rPr>
              <a:t>of </a:t>
            </a:r>
            <a:r>
              <a:rPr sz="1100" spc="-55" dirty="0">
                <a:latin typeface="Tahoma"/>
                <a:cs typeface="Tahoma"/>
              </a:rPr>
              <a:t>a </a:t>
            </a:r>
            <a:r>
              <a:rPr sz="1100" spc="-40" dirty="0">
                <a:latin typeface="Tahoma"/>
                <a:cs typeface="Tahoma"/>
              </a:rPr>
              <a:t>student </a:t>
            </a:r>
            <a:r>
              <a:rPr sz="1100" spc="-50" dirty="0">
                <a:latin typeface="Tahoma"/>
                <a:cs typeface="Tahoma"/>
              </a:rPr>
              <a:t>and </a:t>
            </a:r>
            <a:r>
              <a:rPr sz="1100" spc="-40" dirty="0">
                <a:latin typeface="Tahoma"/>
                <a:cs typeface="Tahoma"/>
              </a:rPr>
              <a:t>student </a:t>
            </a:r>
            <a:r>
              <a:rPr sz="1100" spc="-45" dirty="0">
                <a:latin typeface="Tahoma"/>
                <a:cs typeface="Tahoma"/>
              </a:rPr>
              <a:t>can </a:t>
            </a:r>
            <a:r>
              <a:rPr sz="1100" spc="-90" dirty="0">
                <a:latin typeface="Tahoma"/>
                <a:cs typeface="Tahoma"/>
              </a:rPr>
              <a:t>see </a:t>
            </a:r>
            <a:r>
              <a:rPr sz="1100" spc="-30" dirty="0">
                <a:latin typeface="Tahoma"/>
                <a:cs typeface="Tahoma"/>
              </a:rPr>
              <a:t>their </a:t>
            </a:r>
            <a:r>
              <a:rPr sz="1100" spc="-45" dirty="0">
                <a:latin typeface="Tahoma"/>
                <a:cs typeface="Tahoma"/>
              </a:rPr>
              <a:t>growth </a:t>
            </a:r>
            <a:r>
              <a:rPr sz="1100" spc="-55" dirty="0">
                <a:latin typeface="Tahoma"/>
                <a:cs typeface="Tahoma"/>
              </a:rPr>
              <a:t>and </a:t>
            </a:r>
            <a:r>
              <a:rPr sz="1100" spc="-50" dirty="0">
                <a:latin typeface="Tahoma"/>
                <a:cs typeface="Tahoma"/>
              </a:rPr>
              <a:t> </a:t>
            </a:r>
            <a:r>
              <a:rPr sz="1100" spc="-35" dirty="0">
                <a:latin typeface="Tahoma"/>
                <a:cs typeface="Tahoma"/>
              </a:rPr>
              <a:t>monitor </a:t>
            </a:r>
            <a:r>
              <a:rPr sz="1100" spc="-30" dirty="0">
                <a:latin typeface="Tahoma"/>
                <a:cs typeface="Tahoma"/>
              </a:rPr>
              <a:t>their </a:t>
            </a:r>
            <a:r>
              <a:rPr sz="1100" spc="-35" dirty="0">
                <a:latin typeface="Tahoma"/>
                <a:cs typeface="Tahoma"/>
              </a:rPr>
              <a:t>lab </a:t>
            </a:r>
            <a:r>
              <a:rPr sz="1100" spc="-50" dirty="0">
                <a:latin typeface="Tahoma"/>
                <a:cs typeface="Tahoma"/>
              </a:rPr>
              <a:t>performance </a:t>
            </a:r>
            <a:r>
              <a:rPr sz="1100" spc="-35" dirty="0">
                <a:latin typeface="Tahoma"/>
                <a:cs typeface="Tahoma"/>
              </a:rPr>
              <a:t>. </a:t>
            </a:r>
            <a:r>
              <a:rPr sz="1100" spc="-20" dirty="0">
                <a:latin typeface="Tahoma"/>
                <a:cs typeface="Tahoma"/>
              </a:rPr>
              <a:t>The </a:t>
            </a:r>
            <a:r>
              <a:rPr sz="1100" spc="-50" dirty="0">
                <a:latin typeface="Tahoma"/>
                <a:cs typeface="Tahoma"/>
              </a:rPr>
              <a:t>app </a:t>
            </a:r>
            <a:r>
              <a:rPr sz="1100" spc="-45" dirty="0">
                <a:latin typeface="Tahoma"/>
                <a:cs typeface="Tahoma"/>
              </a:rPr>
              <a:t>also </a:t>
            </a:r>
            <a:r>
              <a:rPr sz="1100" spc="-55" dirty="0">
                <a:latin typeface="Tahoma"/>
                <a:cs typeface="Tahoma"/>
              </a:rPr>
              <a:t>provides </a:t>
            </a:r>
            <a:r>
              <a:rPr sz="1100" spc="-35" dirty="0">
                <a:latin typeface="Tahoma"/>
                <a:cs typeface="Tahoma"/>
              </a:rPr>
              <a:t>graphical </a:t>
            </a:r>
            <a:r>
              <a:rPr sz="1100" spc="-30" dirty="0">
                <a:latin typeface="Tahoma"/>
                <a:cs typeface="Tahoma"/>
              </a:rPr>
              <a:t> </a:t>
            </a:r>
            <a:r>
              <a:rPr sz="1100" spc="-45" dirty="0">
                <a:latin typeface="Tahoma"/>
                <a:cs typeface="Tahoma"/>
              </a:rPr>
              <a:t>representation </a:t>
            </a:r>
            <a:r>
              <a:rPr sz="1100" spc="-50" dirty="0">
                <a:latin typeface="Tahoma"/>
                <a:cs typeface="Tahoma"/>
              </a:rPr>
              <a:t>and provide </a:t>
            </a:r>
            <a:r>
              <a:rPr sz="1100" spc="-35" dirty="0">
                <a:latin typeface="Tahoma"/>
                <a:cs typeface="Tahoma"/>
              </a:rPr>
              <a:t>prediction of </a:t>
            </a:r>
            <a:r>
              <a:rPr sz="1100" spc="-30" dirty="0">
                <a:latin typeface="Tahoma"/>
                <a:cs typeface="Tahoma"/>
              </a:rPr>
              <a:t>student’s </a:t>
            </a:r>
            <a:r>
              <a:rPr sz="1100" spc="-50" dirty="0">
                <a:latin typeface="Tahoma"/>
                <a:cs typeface="Tahoma"/>
              </a:rPr>
              <a:t>performance </a:t>
            </a:r>
            <a:r>
              <a:rPr sz="1100" spc="-35" dirty="0">
                <a:latin typeface="Tahoma"/>
                <a:cs typeface="Tahoma"/>
              </a:rPr>
              <a:t>. </a:t>
            </a:r>
            <a:r>
              <a:rPr sz="1100" spc="-30" dirty="0">
                <a:latin typeface="Tahoma"/>
                <a:cs typeface="Tahoma"/>
              </a:rPr>
              <a:t> </a:t>
            </a:r>
            <a:r>
              <a:rPr sz="1100" spc="-50" dirty="0">
                <a:latin typeface="Tahoma"/>
                <a:cs typeface="Tahoma"/>
              </a:rPr>
              <a:t>Here </a:t>
            </a:r>
            <a:r>
              <a:rPr sz="1100" spc="-35" dirty="0">
                <a:latin typeface="Tahoma"/>
                <a:cs typeface="Tahoma"/>
              </a:rPr>
              <a:t>predication </a:t>
            </a:r>
            <a:r>
              <a:rPr sz="1100" spc="-70" dirty="0">
                <a:latin typeface="Tahoma"/>
                <a:cs typeface="Tahoma"/>
              </a:rPr>
              <a:t>means </a:t>
            </a:r>
            <a:r>
              <a:rPr sz="1100" spc="-30" dirty="0">
                <a:latin typeface="Tahoma"/>
                <a:cs typeface="Tahoma"/>
              </a:rPr>
              <a:t>faculty </a:t>
            </a:r>
            <a:r>
              <a:rPr sz="1100" spc="-60" dirty="0">
                <a:latin typeface="Tahoma"/>
                <a:cs typeface="Tahoma"/>
              </a:rPr>
              <a:t>members </a:t>
            </a:r>
            <a:r>
              <a:rPr sz="1100" spc="-45" dirty="0">
                <a:latin typeface="Tahoma"/>
                <a:cs typeface="Tahoma"/>
              </a:rPr>
              <a:t>check </a:t>
            </a:r>
            <a:r>
              <a:rPr sz="1100" spc="-30" dirty="0">
                <a:latin typeface="Tahoma"/>
                <a:cs typeface="Tahoma"/>
              </a:rPr>
              <a:t>student’s </a:t>
            </a:r>
            <a:r>
              <a:rPr sz="1100" spc="-45" dirty="0">
                <a:latin typeface="Tahoma"/>
                <a:cs typeface="Tahoma"/>
              </a:rPr>
              <a:t>learning </a:t>
            </a:r>
            <a:r>
              <a:rPr sz="1100" spc="-330" dirty="0">
                <a:latin typeface="Tahoma"/>
                <a:cs typeface="Tahoma"/>
              </a:rPr>
              <a:t> </a:t>
            </a:r>
            <a:r>
              <a:rPr sz="1100" spc="-20" dirty="0">
                <a:latin typeface="Tahoma"/>
                <a:cs typeface="Tahoma"/>
              </a:rPr>
              <a:t>ability </a:t>
            </a:r>
            <a:r>
              <a:rPr sz="1100" spc="-40" dirty="0">
                <a:latin typeface="Tahoma"/>
                <a:cs typeface="Tahoma"/>
              </a:rPr>
              <a:t>accordingly </a:t>
            </a:r>
            <a:r>
              <a:rPr sz="1100" spc="-35" dirty="0">
                <a:latin typeface="Tahoma"/>
                <a:cs typeface="Tahoma"/>
              </a:rPr>
              <a:t>. </a:t>
            </a:r>
            <a:r>
              <a:rPr sz="1100" spc="-50" dirty="0">
                <a:latin typeface="Tahoma"/>
                <a:cs typeface="Tahoma"/>
              </a:rPr>
              <a:t>We </a:t>
            </a:r>
            <a:r>
              <a:rPr sz="1100" spc="-40" dirty="0">
                <a:latin typeface="Tahoma"/>
                <a:cs typeface="Tahoma"/>
              </a:rPr>
              <a:t>assist student </a:t>
            </a:r>
            <a:r>
              <a:rPr sz="1100" spc="-55" dirty="0">
                <a:latin typeface="Tahoma"/>
                <a:cs typeface="Tahoma"/>
              </a:rPr>
              <a:t>on </a:t>
            </a:r>
            <a:r>
              <a:rPr sz="1100" spc="-30" dirty="0">
                <a:latin typeface="Tahoma"/>
                <a:cs typeface="Tahoma"/>
              </a:rPr>
              <a:t>their </a:t>
            </a:r>
            <a:r>
              <a:rPr lang="en-US" sz="1100" spc="-30" dirty="0">
                <a:latin typeface="Tahoma"/>
                <a:cs typeface="Tahoma"/>
              </a:rPr>
              <a:t>assignment</a:t>
            </a:r>
            <a:r>
              <a:rPr sz="1100" spc="-30" dirty="0">
                <a:latin typeface="Tahoma"/>
                <a:cs typeface="Tahoma"/>
              </a:rPr>
              <a:t> </a:t>
            </a:r>
            <a:r>
              <a:rPr sz="1100" spc="-50" dirty="0">
                <a:latin typeface="Tahoma"/>
                <a:cs typeface="Tahoma"/>
              </a:rPr>
              <a:t>performance. </a:t>
            </a:r>
            <a:r>
              <a:rPr sz="1100" spc="-45" dirty="0">
                <a:latin typeface="Tahoma"/>
                <a:cs typeface="Tahoma"/>
              </a:rPr>
              <a:t> It </a:t>
            </a:r>
            <a:r>
              <a:rPr sz="1100" spc="-55" dirty="0">
                <a:latin typeface="Tahoma"/>
                <a:cs typeface="Tahoma"/>
              </a:rPr>
              <a:t>gives </a:t>
            </a:r>
            <a:r>
              <a:rPr sz="1100" spc="-45" dirty="0">
                <a:latin typeface="Tahoma"/>
                <a:cs typeface="Tahoma"/>
              </a:rPr>
              <a:t>students </a:t>
            </a:r>
            <a:r>
              <a:rPr sz="1100" spc="-35" dirty="0">
                <a:latin typeface="Tahoma"/>
                <a:cs typeface="Tahoma"/>
              </a:rPr>
              <a:t>first-hand </a:t>
            </a:r>
            <a:r>
              <a:rPr sz="1100" spc="-55" dirty="0">
                <a:latin typeface="Tahoma"/>
                <a:cs typeface="Tahoma"/>
              </a:rPr>
              <a:t>experience </a:t>
            </a:r>
            <a:r>
              <a:rPr sz="1100" spc="-50" dirty="0">
                <a:latin typeface="Tahoma"/>
                <a:cs typeface="Tahoma"/>
              </a:rPr>
              <a:t>and </a:t>
            </a:r>
            <a:r>
              <a:rPr sz="1100" spc="-55" dirty="0">
                <a:latin typeface="Tahoma"/>
                <a:cs typeface="Tahoma"/>
              </a:rPr>
              <a:t>offers </a:t>
            </a:r>
            <a:r>
              <a:rPr sz="1100" spc="-30" dirty="0">
                <a:latin typeface="Tahoma"/>
                <a:cs typeface="Tahoma"/>
              </a:rPr>
              <a:t>better </a:t>
            </a:r>
            <a:r>
              <a:rPr sz="1100" spc="-40" dirty="0">
                <a:latin typeface="Tahoma"/>
                <a:cs typeface="Tahoma"/>
              </a:rPr>
              <a:t>opportu</a:t>
            </a:r>
            <a:r>
              <a:rPr sz="1100" spc="-30" dirty="0">
                <a:latin typeface="Tahoma"/>
                <a:cs typeface="Tahoma"/>
              </a:rPr>
              <a:t>nities </a:t>
            </a:r>
            <a:r>
              <a:rPr sz="1100" spc="-45" dirty="0">
                <a:latin typeface="Tahoma"/>
                <a:cs typeface="Tahoma"/>
              </a:rPr>
              <a:t>for learning.</a:t>
            </a:r>
            <a:r>
              <a:rPr sz="1100" spc="-40" dirty="0">
                <a:latin typeface="Tahoma"/>
                <a:cs typeface="Tahoma"/>
              </a:rPr>
              <a:t> </a:t>
            </a:r>
            <a:r>
              <a:rPr sz="1100" spc="-35" dirty="0">
                <a:latin typeface="Tahoma"/>
                <a:cs typeface="Tahoma"/>
              </a:rPr>
              <a:t>Performing </a:t>
            </a:r>
            <a:r>
              <a:rPr sz="1100" spc="-40" dirty="0">
                <a:latin typeface="Tahoma"/>
                <a:cs typeface="Tahoma"/>
              </a:rPr>
              <a:t>reliable </a:t>
            </a:r>
            <a:r>
              <a:rPr sz="1100" spc="-45" dirty="0">
                <a:latin typeface="Tahoma"/>
                <a:cs typeface="Tahoma"/>
              </a:rPr>
              <a:t>examinations </a:t>
            </a:r>
            <a:r>
              <a:rPr sz="1100" spc="-55" dirty="0">
                <a:latin typeface="Tahoma"/>
                <a:cs typeface="Tahoma"/>
              </a:rPr>
              <a:t>on </a:t>
            </a:r>
            <a:r>
              <a:rPr sz="1100" spc="-60" dirty="0">
                <a:latin typeface="Tahoma"/>
                <a:cs typeface="Tahoma"/>
              </a:rPr>
              <a:t>research </a:t>
            </a:r>
            <a:r>
              <a:rPr sz="1100" spc="-55" dirty="0">
                <a:latin typeface="Tahoma"/>
                <a:cs typeface="Tahoma"/>
              </a:rPr>
              <a:t> </a:t>
            </a:r>
            <a:r>
              <a:rPr sz="1100" spc="-35" dirty="0">
                <a:latin typeface="Tahoma"/>
                <a:cs typeface="Tahoma"/>
              </a:rPr>
              <a:t>material</a:t>
            </a:r>
            <a:r>
              <a:rPr sz="1100" spc="15" dirty="0">
                <a:latin typeface="Tahoma"/>
                <a:cs typeface="Tahoma"/>
              </a:rPr>
              <a:t> </a:t>
            </a:r>
            <a:r>
              <a:rPr sz="1100" spc="-50" dirty="0">
                <a:latin typeface="Tahoma"/>
                <a:cs typeface="Tahoma"/>
              </a:rPr>
              <a:t>delivered</a:t>
            </a:r>
            <a:r>
              <a:rPr sz="1100" spc="20" dirty="0">
                <a:latin typeface="Tahoma"/>
                <a:cs typeface="Tahoma"/>
              </a:rPr>
              <a:t> </a:t>
            </a:r>
            <a:r>
              <a:rPr sz="1100" spc="-15" dirty="0">
                <a:latin typeface="Tahoma"/>
                <a:cs typeface="Tahoma"/>
              </a:rPr>
              <a:t>to</a:t>
            </a:r>
            <a:r>
              <a:rPr sz="1100" spc="15" dirty="0">
                <a:latin typeface="Tahoma"/>
                <a:cs typeface="Tahoma"/>
              </a:rPr>
              <a:t> </a:t>
            </a:r>
            <a:r>
              <a:rPr sz="1100" spc="-40" dirty="0">
                <a:latin typeface="Tahoma"/>
                <a:cs typeface="Tahoma"/>
              </a:rPr>
              <a:t>the</a:t>
            </a:r>
            <a:r>
              <a:rPr sz="1100" spc="15" dirty="0">
                <a:latin typeface="Tahoma"/>
                <a:cs typeface="Tahoma"/>
              </a:rPr>
              <a:t> </a:t>
            </a:r>
            <a:r>
              <a:rPr sz="1100" spc="-40" dirty="0">
                <a:latin typeface="Tahoma"/>
                <a:cs typeface="Tahoma"/>
              </a:rPr>
              <a:t>labs</a:t>
            </a:r>
            <a:r>
              <a:rPr sz="1100" spc="-40" dirty="0" smtClean="0">
                <a:latin typeface="Tahoma"/>
                <a:cs typeface="Tahoma"/>
              </a:rPr>
              <a:t>.</a:t>
            </a:r>
            <a:endParaRPr sz="1100" dirty="0">
              <a:latin typeface="Tahoma"/>
              <a:cs typeface="Tahoma"/>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98269" y="64932"/>
            <a:ext cx="1472565" cy="244475"/>
          </a:xfrm>
          <a:prstGeom prst="rect">
            <a:avLst/>
          </a:prstGeom>
        </p:spPr>
        <p:txBody>
          <a:bodyPr vert="horz" wrap="square" lIns="0" tIns="17145" rIns="0" bIns="0" rtlCol="0">
            <a:spAutoFit/>
          </a:bodyPr>
          <a:lstStyle/>
          <a:p>
            <a:pPr marL="12700">
              <a:lnSpc>
                <a:spcPct val="100000"/>
              </a:lnSpc>
              <a:spcBef>
                <a:spcPts val="135"/>
              </a:spcBef>
            </a:pPr>
            <a:r>
              <a:rPr sz="1400" spc="-30" dirty="0">
                <a:solidFill>
                  <a:srgbClr val="B40404"/>
                </a:solidFill>
              </a:rPr>
              <a:t>Problem</a:t>
            </a:r>
            <a:r>
              <a:rPr sz="1400" spc="-35" dirty="0">
                <a:solidFill>
                  <a:srgbClr val="B40404"/>
                </a:solidFill>
              </a:rPr>
              <a:t> Statement</a:t>
            </a:r>
            <a:endParaRPr sz="14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675"/>
              </a:lnSpc>
            </a:pPr>
            <a:fld id="{81D60167-4931-47E6-BA6A-407CBD079E47}" type="slidenum">
              <a:rPr dirty="0"/>
              <a:pPr marL="38100">
                <a:lnSpc>
                  <a:spcPts val="675"/>
                </a:lnSpc>
              </a:pPr>
              <a:t>5</a:t>
            </a:fld>
            <a:r>
              <a:rPr spc="-75" dirty="0"/>
              <a:t> </a:t>
            </a:r>
            <a:r>
              <a:rPr dirty="0"/>
              <a:t>/</a:t>
            </a:r>
            <a:r>
              <a:rPr spc="-75" dirty="0"/>
              <a:t> </a:t>
            </a:r>
            <a:r>
              <a:rPr dirty="0"/>
              <a:t>13</a:t>
            </a:r>
          </a:p>
        </p:txBody>
      </p:sp>
      <p:sp>
        <p:nvSpPr>
          <p:cNvPr id="3" name="object 3"/>
          <p:cNvSpPr txBox="1"/>
          <p:nvPr/>
        </p:nvSpPr>
        <p:spPr>
          <a:xfrm>
            <a:off x="419303" y="618437"/>
            <a:ext cx="3769995" cy="2513965"/>
          </a:xfrm>
          <a:prstGeom prst="rect">
            <a:avLst/>
          </a:prstGeom>
        </p:spPr>
        <p:txBody>
          <a:bodyPr vert="horz" wrap="square" lIns="0" tIns="12700" rIns="0" bIns="0" rtlCol="0">
            <a:spAutoFit/>
          </a:bodyPr>
          <a:lstStyle/>
          <a:p>
            <a:pPr marL="12700" marR="5080" algn="just">
              <a:lnSpc>
                <a:spcPct val="118000"/>
              </a:lnSpc>
              <a:spcBef>
                <a:spcPts val="100"/>
              </a:spcBef>
            </a:pPr>
            <a:r>
              <a:rPr sz="1100" spc="-15" dirty="0">
                <a:latin typeface="Tahoma"/>
                <a:cs typeface="Tahoma"/>
              </a:rPr>
              <a:t>Many </a:t>
            </a:r>
            <a:r>
              <a:rPr sz="1100" spc="-55" dirty="0">
                <a:latin typeface="Tahoma"/>
                <a:cs typeface="Tahoma"/>
              </a:rPr>
              <a:t>genius </a:t>
            </a:r>
            <a:r>
              <a:rPr sz="1100" spc="-30" dirty="0">
                <a:latin typeface="Tahoma"/>
                <a:cs typeface="Tahoma"/>
              </a:rPr>
              <a:t>individuals contributed </a:t>
            </a:r>
            <a:r>
              <a:rPr sz="1100" spc="-15" dirty="0">
                <a:latin typeface="Tahoma"/>
                <a:cs typeface="Tahoma"/>
              </a:rPr>
              <a:t>to its </a:t>
            </a:r>
            <a:r>
              <a:rPr sz="1100" spc="-50" dirty="0">
                <a:latin typeface="Tahoma"/>
                <a:cs typeface="Tahoma"/>
              </a:rPr>
              <a:t>development.</a:t>
            </a:r>
            <a:r>
              <a:rPr sz="1100" spc="-45" dirty="0">
                <a:latin typeface="Tahoma"/>
                <a:cs typeface="Tahoma"/>
              </a:rPr>
              <a:t> </a:t>
            </a:r>
            <a:r>
              <a:rPr sz="1100" spc="15" dirty="0">
                <a:latin typeface="Tahoma"/>
                <a:cs typeface="Tahoma"/>
              </a:rPr>
              <a:t>But </a:t>
            </a:r>
            <a:r>
              <a:rPr sz="1100" spc="20" dirty="0">
                <a:latin typeface="Tahoma"/>
                <a:cs typeface="Tahoma"/>
              </a:rPr>
              <a:t> </a:t>
            </a:r>
            <a:r>
              <a:rPr sz="1100" spc="-35" dirty="0">
                <a:latin typeface="Tahoma"/>
                <a:cs typeface="Tahoma"/>
              </a:rPr>
              <a:t>there’s </a:t>
            </a:r>
            <a:r>
              <a:rPr sz="1100" spc="-70" dirty="0">
                <a:latin typeface="Tahoma"/>
                <a:cs typeface="Tahoma"/>
              </a:rPr>
              <a:t>one</a:t>
            </a:r>
            <a:r>
              <a:rPr sz="1100" spc="-65" dirty="0">
                <a:latin typeface="Tahoma"/>
                <a:cs typeface="Tahoma"/>
              </a:rPr>
              <a:t> </a:t>
            </a:r>
            <a:r>
              <a:rPr sz="1100" spc="-55" dirty="0">
                <a:latin typeface="Tahoma"/>
                <a:cs typeface="Tahoma"/>
              </a:rPr>
              <a:t>person </a:t>
            </a:r>
            <a:r>
              <a:rPr sz="1100" spc="-60" dirty="0">
                <a:latin typeface="Tahoma"/>
                <a:cs typeface="Tahoma"/>
              </a:rPr>
              <a:t>who</a:t>
            </a:r>
            <a:r>
              <a:rPr sz="1100" spc="220" dirty="0">
                <a:latin typeface="Tahoma"/>
                <a:cs typeface="Tahoma"/>
              </a:rPr>
              <a:t> </a:t>
            </a:r>
            <a:r>
              <a:rPr sz="1100" spc="-45" dirty="0">
                <a:latin typeface="Tahoma"/>
                <a:cs typeface="Tahoma"/>
              </a:rPr>
              <a:t>stands </a:t>
            </a:r>
            <a:r>
              <a:rPr sz="1100" spc="-30" dirty="0">
                <a:latin typeface="Tahoma"/>
                <a:cs typeface="Tahoma"/>
              </a:rPr>
              <a:t>out </a:t>
            </a:r>
            <a:r>
              <a:rPr sz="1100" spc="-70" dirty="0">
                <a:latin typeface="Tahoma"/>
                <a:cs typeface="Tahoma"/>
              </a:rPr>
              <a:t>when</a:t>
            </a:r>
            <a:r>
              <a:rPr sz="1100" spc="204" dirty="0">
                <a:latin typeface="Tahoma"/>
                <a:cs typeface="Tahoma"/>
              </a:rPr>
              <a:t> </a:t>
            </a:r>
            <a:r>
              <a:rPr sz="1100" spc="-25" dirty="0">
                <a:latin typeface="Tahoma"/>
                <a:cs typeface="Tahoma"/>
              </a:rPr>
              <a:t>thinking </a:t>
            </a:r>
            <a:r>
              <a:rPr sz="1100" spc="-30" dirty="0">
                <a:latin typeface="Tahoma"/>
                <a:cs typeface="Tahoma"/>
              </a:rPr>
              <a:t>about </a:t>
            </a:r>
            <a:r>
              <a:rPr sz="1100" spc="-70" dirty="0">
                <a:latin typeface="Tahoma"/>
                <a:cs typeface="Tahoma"/>
              </a:rPr>
              <a:t>when </a:t>
            </a:r>
            <a:r>
              <a:rPr sz="1100" spc="-65" dirty="0">
                <a:latin typeface="Tahoma"/>
                <a:cs typeface="Tahoma"/>
              </a:rPr>
              <a:t> </a:t>
            </a:r>
            <a:r>
              <a:rPr sz="1100" spc="70" dirty="0">
                <a:latin typeface="Tahoma"/>
                <a:cs typeface="Tahoma"/>
              </a:rPr>
              <a:t>ML </a:t>
            </a:r>
            <a:r>
              <a:rPr sz="1100" spc="-80" dirty="0">
                <a:latin typeface="Tahoma"/>
                <a:cs typeface="Tahoma"/>
              </a:rPr>
              <a:t>was </a:t>
            </a:r>
            <a:r>
              <a:rPr sz="1100" spc="-45" dirty="0">
                <a:latin typeface="Tahoma"/>
                <a:cs typeface="Tahoma"/>
              </a:rPr>
              <a:t>invented.</a:t>
            </a:r>
            <a:r>
              <a:rPr sz="1100" spc="-40" dirty="0">
                <a:latin typeface="Tahoma"/>
                <a:cs typeface="Tahoma"/>
              </a:rPr>
              <a:t> </a:t>
            </a:r>
            <a:r>
              <a:rPr sz="1100" spc="-10" dirty="0">
                <a:latin typeface="Tahoma"/>
                <a:cs typeface="Tahoma"/>
              </a:rPr>
              <a:t>Arthur </a:t>
            </a:r>
            <a:r>
              <a:rPr sz="1100" spc="-45" dirty="0">
                <a:latin typeface="Tahoma"/>
                <a:cs typeface="Tahoma"/>
              </a:rPr>
              <a:t>Samuel, </a:t>
            </a:r>
            <a:r>
              <a:rPr sz="1100" spc="-55" dirty="0">
                <a:latin typeface="Tahoma"/>
                <a:cs typeface="Tahoma"/>
              </a:rPr>
              <a:t>a </a:t>
            </a:r>
            <a:r>
              <a:rPr sz="1100" spc="-45" dirty="0">
                <a:latin typeface="Tahoma"/>
                <a:cs typeface="Tahoma"/>
              </a:rPr>
              <a:t>computer </a:t>
            </a:r>
            <a:r>
              <a:rPr sz="1100" spc="-30" dirty="0">
                <a:latin typeface="Tahoma"/>
                <a:cs typeface="Tahoma"/>
              </a:rPr>
              <a:t>scientist </a:t>
            </a:r>
            <a:r>
              <a:rPr sz="1100" spc="-15" dirty="0">
                <a:latin typeface="Tahoma"/>
                <a:cs typeface="Tahoma"/>
              </a:rPr>
              <a:t>at </a:t>
            </a:r>
            <a:r>
              <a:rPr sz="1100" spc="25" dirty="0">
                <a:latin typeface="Tahoma"/>
                <a:cs typeface="Tahoma"/>
              </a:rPr>
              <a:t>IBM </a:t>
            </a:r>
            <a:r>
              <a:rPr sz="1100" spc="30" dirty="0">
                <a:latin typeface="Tahoma"/>
                <a:cs typeface="Tahoma"/>
              </a:rPr>
              <a:t> </a:t>
            </a:r>
            <a:r>
              <a:rPr sz="1100" spc="-50" dirty="0">
                <a:latin typeface="Tahoma"/>
                <a:cs typeface="Tahoma"/>
              </a:rPr>
              <a:t>and </a:t>
            </a:r>
            <a:r>
              <a:rPr sz="1100" spc="-55" dirty="0">
                <a:latin typeface="Tahoma"/>
                <a:cs typeface="Tahoma"/>
              </a:rPr>
              <a:t>a pioneer </a:t>
            </a:r>
            <a:r>
              <a:rPr sz="1100" spc="-25" dirty="0">
                <a:latin typeface="Tahoma"/>
                <a:cs typeface="Tahoma"/>
              </a:rPr>
              <a:t>in AI </a:t>
            </a:r>
            <a:r>
              <a:rPr sz="1100" spc="-50" dirty="0">
                <a:latin typeface="Tahoma"/>
                <a:cs typeface="Tahoma"/>
              </a:rPr>
              <a:t>and </a:t>
            </a:r>
            <a:r>
              <a:rPr sz="1100" spc="-45" dirty="0">
                <a:latin typeface="Tahoma"/>
                <a:cs typeface="Tahoma"/>
              </a:rPr>
              <a:t>computer gaming, </a:t>
            </a:r>
            <a:r>
              <a:rPr sz="1100" spc="-25" dirty="0">
                <a:latin typeface="Tahoma"/>
                <a:cs typeface="Tahoma"/>
              </a:rPr>
              <a:t>Machine </a:t>
            </a:r>
            <a:r>
              <a:rPr sz="1100" spc="-45" dirty="0">
                <a:latin typeface="Tahoma"/>
                <a:cs typeface="Tahoma"/>
              </a:rPr>
              <a:t>learning </a:t>
            </a:r>
            <a:r>
              <a:rPr sz="1100" spc="-30" dirty="0">
                <a:latin typeface="Tahoma"/>
                <a:cs typeface="Tahoma"/>
              </a:rPr>
              <a:t>al- </a:t>
            </a:r>
            <a:r>
              <a:rPr sz="1100" spc="-25" dirty="0">
                <a:latin typeface="Tahoma"/>
                <a:cs typeface="Tahoma"/>
              </a:rPr>
              <a:t> </a:t>
            </a:r>
            <a:r>
              <a:rPr sz="1100" spc="-45" dirty="0">
                <a:latin typeface="Tahoma"/>
                <a:cs typeface="Tahoma"/>
              </a:rPr>
              <a:t>gorithms </a:t>
            </a:r>
            <a:r>
              <a:rPr sz="1100" spc="-25" dirty="0">
                <a:latin typeface="Tahoma"/>
                <a:cs typeface="Tahoma"/>
              </a:rPr>
              <a:t>automatically build </a:t>
            </a:r>
            <a:r>
              <a:rPr sz="1100" spc="-55" dirty="0">
                <a:latin typeface="Tahoma"/>
                <a:cs typeface="Tahoma"/>
              </a:rPr>
              <a:t>a </a:t>
            </a:r>
            <a:r>
              <a:rPr sz="1100" spc="-35" dirty="0">
                <a:latin typeface="Tahoma"/>
                <a:cs typeface="Tahoma"/>
              </a:rPr>
              <a:t>mathematical </a:t>
            </a:r>
            <a:r>
              <a:rPr sz="1100" spc="-45" dirty="0">
                <a:latin typeface="Tahoma"/>
                <a:cs typeface="Tahoma"/>
              </a:rPr>
              <a:t>model </a:t>
            </a:r>
            <a:r>
              <a:rPr sz="1100" spc="-50" dirty="0">
                <a:latin typeface="Tahoma"/>
                <a:cs typeface="Tahoma"/>
              </a:rPr>
              <a:t>using </a:t>
            </a:r>
            <a:r>
              <a:rPr sz="1100" spc="-55" dirty="0">
                <a:latin typeface="Tahoma"/>
                <a:cs typeface="Tahoma"/>
              </a:rPr>
              <a:t>sample </a:t>
            </a:r>
            <a:r>
              <a:rPr sz="1100" spc="-50" dirty="0">
                <a:latin typeface="Tahoma"/>
                <a:cs typeface="Tahoma"/>
              </a:rPr>
              <a:t> </a:t>
            </a:r>
            <a:r>
              <a:rPr sz="1100" spc="-35" dirty="0">
                <a:latin typeface="Tahoma"/>
                <a:cs typeface="Tahoma"/>
              </a:rPr>
              <a:t>data </a:t>
            </a:r>
            <a:r>
              <a:rPr sz="1100" spc="-55" dirty="0">
                <a:latin typeface="Tahoma"/>
                <a:cs typeface="Tahoma"/>
              </a:rPr>
              <a:t>–</a:t>
            </a:r>
            <a:r>
              <a:rPr sz="1100" spc="-35" dirty="0">
                <a:latin typeface="Tahoma"/>
                <a:cs typeface="Tahoma"/>
              </a:rPr>
              <a:t> </a:t>
            </a:r>
            <a:r>
              <a:rPr sz="1100" spc="-45" dirty="0">
                <a:latin typeface="Tahoma"/>
                <a:cs typeface="Tahoma"/>
              </a:rPr>
              <a:t>also</a:t>
            </a:r>
            <a:r>
              <a:rPr sz="1100" spc="-35" dirty="0">
                <a:latin typeface="Tahoma"/>
                <a:cs typeface="Tahoma"/>
              </a:rPr>
              <a:t> </a:t>
            </a:r>
            <a:r>
              <a:rPr sz="1100" spc="-40" dirty="0">
                <a:latin typeface="Tahoma"/>
                <a:cs typeface="Tahoma"/>
              </a:rPr>
              <a:t>kn</a:t>
            </a:r>
            <a:r>
              <a:rPr sz="1100" spc="-70" dirty="0">
                <a:latin typeface="Tahoma"/>
                <a:cs typeface="Tahoma"/>
              </a:rPr>
              <a:t>o</a:t>
            </a:r>
            <a:r>
              <a:rPr sz="1100" spc="-65" dirty="0">
                <a:latin typeface="Tahoma"/>
                <a:cs typeface="Tahoma"/>
              </a:rPr>
              <a:t>wn</a:t>
            </a:r>
            <a:r>
              <a:rPr sz="1100" spc="-35" dirty="0">
                <a:latin typeface="Tahoma"/>
                <a:cs typeface="Tahoma"/>
              </a:rPr>
              <a:t> </a:t>
            </a:r>
            <a:r>
              <a:rPr sz="1100" spc="-65" dirty="0">
                <a:latin typeface="Tahoma"/>
                <a:cs typeface="Tahoma"/>
              </a:rPr>
              <a:t>as</a:t>
            </a:r>
            <a:r>
              <a:rPr sz="1100" spc="-35" dirty="0">
                <a:latin typeface="Tahoma"/>
                <a:cs typeface="Tahoma"/>
              </a:rPr>
              <a:t> </a:t>
            </a:r>
            <a:r>
              <a:rPr sz="1100" dirty="0">
                <a:latin typeface="Tahoma"/>
                <a:cs typeface="Tahoma"/>
              </a:rPr>
              <a:t>“trai</a:t>
            </a:r>
            <a:r>
              <a:rPr sz="1100" spc="-5" dirty="0">
                <a:latin typeface="Tahoma"/>
                <a:cs typeface="Tahoma"/>
              </a:rPr>
              <a:t>n</a:t>
            </a:r>
            <a:r>
              <a:rPr sz="1100" spc="-35" dirty="0">
                <a:latin typeface="Tahoma"/>
                <a:cs typeface="Tahoma"/>
              </a:rPr>
              <a:t>ing </a:t>
            </a:r>
            <a:r>
              <a:rPr sz="1100" spc="-5" dirty="0">
                <a:latin typeface="Tahoma"/>
                <a:cs typeface="Tahoma"/>
              </a:rPr>
              <a:t>data”</a:t>
            </a:r>
            <a:r>
              <a:rPr sz="1100" spc="-35" dirty="0">
                <a:latin typeface="Tahoma"/>
                <a:cs typeface="Tahoma"/>
              </a:rPr>
              <a:t> </a:t>
            </a:r>
            <a:r>
              <a:rPr sz="1100" spc="-55" dirty="0">
                <a:latin typeface="Tahoma"/>
                <a:cs typeface="Tahoma"/>
              </a:rPr>
              <a:t>–</a:t>
            </a:r>
            <a:r>
              <a:rPr sz="1100" spc="-35" dirty="0">
                <a:latin typeface="Tahoma"/>
                <a:cs typeface="Tahoma"/>
              </a:rPr>
              <a:t> </a:t>
            </a:r>
            <a:r>
              <a:rPr sz="1100" spc="-15" dirty="0">
                <a:latin typeface="Tahoma"/>
                <a:cs typeface="Tahoma"/>
              </a:rPr>
              <a:t>to</a:t>
            </a:r>
            <a:r>
              <a:rPr sz="1100" spc="-35" dirty="0">
                <a:latin typeface="Tahoma"/>
                <a:cs typeface="Tahoma"/>
              </a:rPr>
              <a:t> </a:t>
            </a:r>
            <a:r>
              <a:rPr sz="1100" spc="-50" dirty="0">
                <a:latin typeface="Tahoma"/>
                <a:cs typeface="Tahoma"/>
              </a:rPr>
              <a:t>ma</a:t>
            </a:r>
            <a:r>
              <a:rPr sz="1100" spc="-70" dirty="0">
                <a:latin typeface="Tahoma"/>
                <a:cs typeface="Tahoma"/>
              </a:rPr>
              <a:t>k</a:t>
            </a:r>
            <a:r>
              <a:rPr sz="1100" spc="-95" dirty="0">
                <a:latin typeface="Tahoma"/>
                <a:cs typeface="Tahoma"/>
              </a:rPr>
              <a:t>e</a:t>
            </a:r>
            <a:r>
              <a:rPr sz="1100" spc="-35" dirty="0">
                <a:latin typeface="Tahoma"/>
                <a:cs typeface="Tahoma"/>
              </a:rPr>
              <a:t> </a:t>
            </a:r>
            <a:r>
              <a:rPr sz="1100" spc="-45" dirty="0">
                <a:latin typeface="Tahoma"/>
                <a:cs typeface="Tahoma"/>
              </a:rPr>
              <a:t>decisions</a:t>
            </a:r>
            <a:r>
              <a:rPr sz="1100" spc="-35" dirty="0">
                <a:latin typeface="Tahoma"/>
                <a:cs typeface="Tahoma"/>
              </a:rPr>
              <a:t> </a:t>
            </a:r>
            <a:r>
              <a:rPr sz="1100" spc="-25" dirty="0">
                <a:latin typeface="Tahoma"/>
                <a:cs typeface="Tahoma"/>
              </a:rPr>
              <a:t>without  </a:t>
            </a:r>
            <a:r>
              <a:rPr sz="1100" spc="-45" dirty="0">
                <a:latin typeface="Tahoma"/>
                <a:cs typeface="Tahoma"/>
              </a:rPr>
              <a:t>being</a:t>
            </a:r>
            <a:r>
              <a:rPr sz="1100" spc="15" dirty="0">
                <a:latin typeface="Tahoma"/>
                <a:cs typeface="Tahoma"/>
              </a:rPr>
              <a:t> </a:t>
            </a:r>
            <a:r>
              <a:rPr sz="1100" spc="-30" dirty="0">
                <a:latin typeface="Tahoma"/>
                <a:cs typeface="Tahoma"/>
              </a:rPr>
              <a:t>specifically</a:t>
            </a:r>
            <a:r>
              <a:rPr sz="1100" spc="20" dirty="0">
                <a:latin typeface="Tahoma"/>
                <a:cs typeface="Tahoma"/>
              </a:rPr>
              <a:t> </a:t>
            </a:r>
            <a:r>
              <a:rPr sz="1100" spc="-55" dirty="0">
                <a:latin typeface="Tahoma"/>
                <a:cs typeface="Tahoma"/>
              </a:rPr>
              <a:t>programmed</a:t>
            </a:r>
            <a:r>
              <a:rPr sz="1100" spc="20" dirty="0">
                <a:latin typeface="Tahoma"/>
                <a:cs typeface="Tahoma"/>
              </a:rPr>
              <a:t> </a:t>
            </a:r>
            <a:r>
              <a:rPr sz="1100" spc="-15" dirty="0">
                <a:latin typeface="Tahoma"/>
                <a:cs typeface="Tahoma"/>
              </a:rPr>
              <a:t>to</a:t>
            </a:r>
            <a:r>
              <a:rPr sz="1100" spc="15" dirty="0">
                <a:latin typeface="Tahoma"/>
                <a:cs typeface="Tahoma"/>
              </a:rPr>
              <a:t> </a:t>
            </a:r>
            <a:r>
              <a:rPr sz="1100" spc="-65" dirty="0">
                <a:latin typeface="Tahoma"/>
                <a:cs typeface="Tahoma"/>
              </a:rPr>
              <a:t>make</a:t>
            </a:r>
            <a:r>
              <a:rPr sz="1100" spc="20" dirty="0">
                <a:latin typeface="Tahoma"/>
                <a:cs typeface="Tahoma"/>
              </a:rPr>
              <a:t> </a:t>
            </a:r>
            <a:r>
              <a:rPr sz="1100" spc="-50" dirty="0">
                <a:latin typeface="Tahoma"/>
                <a:cs typeface="Tahoma"/>
              </a:rPr>
              <a:t>those</a:t>
            </a:r>
            <a:r>
              <a:rPr sz="1100" spc="15" dirty="0">
                <a:latin typeface="Tahoma"/>
                <a:cs typeface="Tahoma"/>
              </a:rPr>
              <a:t> </a:t>
            </a:r>
            <a:r>
              <a:rPr sz="1100" spc="-45" dirty="0">
                <a:latin typeface="Tahoma"/>
                <a:cs typeface="Tahoma"/>
              </a:rPr>
              <a:t>decisions.</a:t>
            </a:r>
            <a:endParaRPr sz="1100" dirty="0">
              <a:latin typeface="Tahoma"/>
              <a:cs typeface="Tahoma"/>
            </a:endParaRPr>
          </a:p>
          <a:p>
            <a:pPr marL="289560" indent="-139065" algn="just">
              <a:lnSpc>
                <a:spcPct val="100000"/>
              </a:lnSpc>
              <a:spcBef>
                <a:spcPts val="540"/>
              </a:spcBef>
              <a:buClr>
                <a:srgbClr val="3333B2"/>
              </a:buClr>
              <a:buFont typeface="Arial"/>
              <a:buChar char="•"/>
              <a:tabLst>
                <a:tab pos="290195" algn="l"/>
              </a:tabLst>
            </a:pPr>
            <a:r>
              <a:rPr sz="1100" spc="-35" dirty="0">
                <a:latin typeface="Tahoma"/>
                <a:cs typeface="Tahoma"/>
              </a:rPr>
              <a:t>Students</a:t>
            </a:r>
            <a:r>
              <a:rPr sz="1100" spc="20" dirty="0">
                <a:latin typeface="Tahoma"/>
                <a:cs typeface="Tahoma"/>
              </a:rPr>
              <a:t> </a:t>
            </a:r>
            <a:r>
              <a:rPr sz="1100" spc="-70" dirty="0">
                <a:latin typeface="Tahoma"/>
                <a:cs typeface="Tahoma"/>
              </a:rPr>
              <a:t>are</a:t>
            </a:r>
            <a:r>
              <a:rPr sz="1100" spc="20" dirty="0">
                <a:latin typeface="Tahoma"/>
                <a:cs typeface="Tahoma"/>
              </a:rPr>
              <a:t> </a:t>
            </a:r>
            <a:r>
              <a:rPr sz="1100" spc="-30" dirty="0">
                <a:latin typeface="Tahoma"/>
                <a:cs typeface="Tahoma"/>
              </a:rPr>
              <a:t>not</a:t>
            </a:r>
            <a:r>
              <a:rPr sz="1100" spc="25" dirty="0">
                <a:latin typeface="Tahoma"/>
                <a:cs typeface="Tahoma"/>
              </a:rPr>
              <a:t> </a:t>
            </a:r>
            <a:r>
              <a:rPr sz="1100" spc="-50" dirty="0">
                <a:latin typeface="Tahoma"/>
                <a:cs typeface="Tahoma"/>
              </a:rPr>
              <a:t>paying</a:t>
            </a:r>
            <a:r>
              <a:rPr sz="1100" spc="20" dirty="0">
                <a:latin typeface="Tahoma"/>
                <a:cs typeface="Tahoma"/>
              </a:rPr>
              <a:t> </a:t>
            </a:r>
            <a:r>
              <a:rPr sz="1100" spc="-25" dirty="0">
                <a:latin typeface="Tahoma"/>
                <a:cs typeface="Tahoma"/>
              </a:rPr>
              <a:t>attention</a:t>
            </a:r>
            <a:r>
              <a:rPr sz="1100" spc="20" dirty="0">
                <a:latin typeface="Tahoma"/>
                <a:cs typeface="Tahoma"/>
              </a:rPr>
              <a:t> </a:t>
            </a:r>
            <a:r>
              <a:rPr sz="1100" spc="-15" dirty="0">
                <a:latin typeface="Tahoma"/>
                <a:cs typeface="Tahoma"/>
              </a:rPr>
              <a:t>to</a:t>
            </a:r>
            <a:r>
              <a:rPr sz="1100" spc="20" dirty="0">
                <a:latin typeface="Tahoma"/>
                <a:cs typeface="Tahoma"/>
              </a:rPr>
              <a:t> </a:t>
            </a:r>
            <a:r>
              <a:rPr sz="1100" spc="-20" dirty="0">
                <a:latin typeface="Tahoma"/>
                <a:cs typeface="Tahoma"/>
              </a:rPr>
              <a:t>Lab</a:t>
            </a:r>
            <a:r>
              <a:rPr sz="1100" spc="20" dirty="0">
                <a:latin typeface="Tahoma"/>
                <a:cs typeface="Tahoma"/>
              </a:rPr>
              <a:t> </a:t>
            </a:r>
            <a:r>
              <a:rPr sz="1100" spc="-45" dirty="0">
                <a:latin typeface="Tahoma"/>
                <a:cs typeface="Tahoma"/>
              </a:rPr>
              <a:t>lectures.</a:t>
            </a:r>
            <a:endParaRPr sz="1100" dirty="0">
              <a:latin typeface="Tahoma"/>
              <a:cs typeface="Tahoma"/>
            </a:endParaRPr>
          </a:p>
          <a:p>
            <a:pPr marL="289560" marR="261620" indent="-139065" algn="just">
              <a:lnSpc>
                <a:spcPct val="118000"/>
              </a:lnSpc>
              <a:spcBef>
                <a:spcPts val="295"/>
              </a:spcBef>
              <a:buClr>
                <a:srgbClr val="3333B2"/>
              </a:buClr>
              <a:buFont typeface="Arial"/>
              <a:buChar char="•"/>
              <a:tabLst>
                <a:tab pos="290195" algn="l"/>
              </a:tabLst>
            </a:pPr>
            <a:r>
              <a:rPr sz="1100" spc="-30" dirty="0">
                <a:latin typeface="Tahoma"/>
                <a:cs typeface="Tahoma"/>
              </a:rPr>
              <a:t>Student</a:t>
            </a:r>
            <a:r>
              <a:rPr sz="1100" spc="20" dirty="0">
                <a:latin typeface="Tahoma"/>
                <a:cs typeface="Tahoma"/>
              </a:rPr>
              <a:t> </a:t>
            </a:r>
            <a:r>
              <a:rPr sz="1100" spc="-10" dirty="0">
                <a:latin typeface="Tahoma"/>
                <a:cs typeface="Tahoma"/>
              </a:rPr>
              <a:t>didn’t</a:t>
            </a:r>
            <a:r>
              <a:rPr sz="1100" spc="25" dirty="0">
                <a:latin typeface="Tahoma"/>
                <a:cs typeface="Tahoma"/>
              </a:rPr>
              <a:t> </a:t>
            </a:r>
            <a:r>
              <a:rPr sz="1100" spc="-30" dirty="0">
                <a:latin typeface="Tahoma"/>
                <a:cs typeface="Tahoma"/>
              </a:rPr>
              <a:t>find</a:t>
            </a:r>
            <a:r>
              <a:rPr sz="1100" spc="25" dirty="0">
                <a:latin typeface="Tahoma"/>
                <a:cs typeface="Tahoma"/>
              </a:rPr>
              <a:t> </a:t>
            </a:r>
            <a:r>
              <a:rPr sz="1100" spc="-55" dirty="0">
                <a:latin typeface="Tahoma"/>
                <a:cs typeface="Tahoma"/>
              </a:rPr>
              <a:t>an</a:t>
            </a:r>
            <a:r>
              <a:rPr sz="1100" spc="25" dirty="0">
                <a:latin typeface="Tahoma"/>
                <a:cs typeface="Tahoma"/>
              </a:rPr>
              <a:t> </a:t>
            </a:r>
            <a:r>
              <a:rPr sz="1100" spc="-30" dirty="0">
                <a:latin typeface="Tahoma"/>
                <a:cs typeface="Tahoma"/>
              </a:rPr>
              <a:t>interactive</a:t>
            </a:r>
            <a:r>
              <a:rPr sz="1100" spc="25" dirty="0">
                <a:latin typeface="Tahoma"/>
                <a:cs typeface="Tahoma"/>
              </a:rPr>
              <a:t> </a:t>
            </a:r>
            <a:r>
              <a:rPr sz="1100" spc="-80" dirty="0">
                <a:latin typeface="Tahoma"/>
                <a:cs typeface="Tahoma"/>
              </a:rPr>
              <a:t>way</a:t>
            </a:r>
            <a:r>
              <a:rPr sz="1100" spc="15" dirty="0">
                <a:latin typeface="Tahoma"/>
                <a:cs typeface="Tahoma"/>
              </a:rPr>
              <a:t> </a:t>
            </a:r>
            <a:r>
              <a:rPr sz="1100" spc="-45" dirty="0">
                <a:latin typeface="Tahoma"/>
                <a:cs typeface="Tahoma"/>
              </a:rPr>
              <a:t>for</a:t>
            </a:r>
            <a:r>
              <a:rPr sz="1100" spc="25" dirty="0">
                <a:latin typeface="Tahoma"/>
                <a:cs typeface="Tahoma"/>
              </a:rPr>
              <a:t> </a:t>
            </a:r>
            <a:r>
              <a:rPr sz="1100" spc="-60" dirty="0">
                <a:latin typeface="Tahoma"/>
                <a:cs typeface="Tahoma"/>
              </a:rPr>
              <a:t>showing</a:t>
            </a:r>
            <a:r>
              <a:rPr sz="1100" spc="20" dirty="0">
                <a:latin typeface="Tahoma"/>
                <a:cs typeface="Tahoma"/>
              </a:rPr>
              <a:t> </a:t>
            </a:r>
            <a:r>
              <a:rPr sz="1100" spc="-30" dirty="0">
                <a:latin typeface="Tahoma"/>
                <a:cs typeface="Tahoma"/>
              </a:rPr>
              <a:t>their </a:t>
            </a:r>
            <a:r>
              <a:rPr sz="1100" spc="-330" dirty="0">
                <a:latin typeface="Tahoma"/>
                <a:cs typeface="Tahoma"/>
              </a:rPr>
              <a:t> </a:t>
            </a:r>
            <a:r>
              <a:rPr sz="1100" spc="-55" dirty="0">
                <a:latin typeface="Tahoma"/>
                <a:cs typeface="Tahoma"/>
              </a:rPr>
              <a:t>knowledge.</a:t>
            </a:r>
            <a:endParaRPr sz="1100" dirty="0">
              <a:latin typeface="Tahoma"/>
              <a:cs typeface="Tahoma"/>
            </a:endParaRPr>
          </a:p>
          <a:p>
            <a:pPr marL="289560" marR="124460" indent="-139065" algn="just">
              <a:lnSpc>
                <a:spcPct val="118000"/>
              </a:lnSpc>
              <a:spcBef>
                <a:spcPts val="300"/>
              </a:spcBef>
              <a:buClr>
                <a:srgbClr val="3333B2"/>
              </a:buClr>
              <a:buFont typeface="Arial"/>
              <a:buChar char="•"/>
              <a:tabLst>
                <a:tab pos="290195" algn="l"/>
              </a:tabLst>
            </a:pPr>
            <a:r>
              <a:rPr sz="1100" spc="-25" dirty="0">
                <a:latin typeface="Tahoma"/>
                <a:cs typeface="Tahoma"/>
              </a:rPr>
              <a:t>Faculty</a:t>
            </a:r>
            <a:r>
              <a:rPr sz="1100" spc="20" dirty="0">
                <a:latin typeface="Tahoma"/>
                <a:cs typeface="Tahoma"/>
              </a:rPr>
              <a:t> </a:t>
            </a:r>
            <a:r>
              <a:rPr sz="1100" spc="-60" dirty="0">
                <a:latin typeface="Tahoma"/>
                <a:cs typeface="Tahoma"/>
              </a:rPr>
              <a:t>members</a:t>
            </a:r>
            <a:r>
              <a:rPr sz="1100" spc="25" dirty="0">
                <a:latin typeface="Tahoma"/>
                <a:cs typeface="Tahoma"/>
              </a:rPr>
              <a:t> </a:t>
            </a:r>
            <a:r>
              <a:rPr sz="1100" spc="-70" dirty="0">
                <a:latin typeface="Tahoma"/>
                <a:cs typeface="Tahoma"/>
              </a:rPr>
              <a:t>are</a:t>
            </a:r>
            <a:r>
              <a:rPr sz="1100" spc="20" dirty="0">
                <a:latin typeface="Tahoma"/>
                <a:cs typeface="Tahoma"/>
              </a:rPr>
              <a:t> </a:t>
            </a:r>
            <a:r>
              <a:rPr sz="1100" spc="-30" dirty="0">
                <a:latin typeface="Tahoma"/>
                <a:cs typeface="Tahoma"/>
              </a:rPr>
              <a:t>not</a:t>
            </a:r>
            <a:r>
              <a:rPr sz="1100" spc="25" dirty="0">
                <a:latin typeface="Tahoma"/>
                <a:cs typeface="Tahoma"/>
              </a:rPr>
              <a:t> </a:t>
            </a:r>
            <a:r>
              <a:rPr sz="1100" spc="-65" dirty="0">
                <a:latin typeface="Tahoma"/>
                <a:cs typeface="Tahoma"/>
              </a:rPr>
              <a:t>sure</a:t>
            </a:r>
            <a:r>
              <a:rPr sz="1100" spc="15" dirty="0">
                <a:latin typeface="Tahoma"/>
                <a:cs typeface="Tahoma"/>
              </a:rPr>
              <a:t> </a:t>
            </a:r>
            <a:r>
              <a:rPr sz="1100" spc="-30" dirty="0">
                <a:latin typeface="Tahoma"/>
                <a:cs typeface="Tahoma"/>
              </a:rPr>
              <a:t>about</a:t>
            </a:r>
            <a:r>
              <a:rPr sz="1100" spc="20" dirty="0">
                <a:latin typeface="Tahoma"/>
                <a:cs typeface="Tahoma"/>
              </a:rPr>
              <a:t> </a:t>
            </a:r>
            <a:r>
              <a:rPr sz="1100" spc="-55" dirty="0">
                <a:latin typeface="Tahoma"/>
                <a:cs typeface="Tahoma"/>
              </a:rPr>
              <a:t>whether</a:t>
            </a:r>
            <a:r>
              <a:rPr sz="1100" spc="20" dirty="0">
                <a:latin typeface="Tahoma"/>
                <a:cs typeface="Tahoma"/>
              </a:rPr>
              <a:t> </a:t>
            </a:r>
            <a:r>
              <a:rPr sz="1100" spc="-45" dirty="0">
                <a:latin typeface="Tahoma"/>
                <a:cs typeface="Tahoma"/>
              </a:rPr>
              <a:t>students</a:t>
            </a:r>
            <a:r>
              <a:rPr sz="1100" spc="20" dirty="0">
                <a:latin typeface="Tahoma"/>
                <a:cs typeface="Tahoma"/>
              </a:rPr>
              <a:t> </a:t>
            </a:r>
            <a:r>
              <a:rPr sz="1100" spc="-70" dirty="0">
                <a:latin typeface="Tahoma"/>
                <a:cs typeface="Tahoma"/>
              </a:rPr>
              <a:t>are </a:t>
            </a:r>
            <a:r>
              <a:rPr sz="1100" spc="-330" dirty="0">
                <a:latin typeface="Tahoma"/>
                <a:cs typeface="Tahoma"/>
              </a:rPr>
              <a:t> </a:t>
            </a:r>
            <a:r>
              <a:rPr sz="1100" spc="-30" dirty="0">
                <a:latin typeface="Tahoma"/>
                <a:cs typeface="Tahoma"/>
              </a:rPr>
              <a:t>getting</a:t>
            </a:r>
            <a:r>
              <a:rPr sz="1100" spc="10" dirty="0">
                <a:latin typeface="Tahoma"/>
                <a:cs typeface="Tahoma"/>
              </a:rPr>
              <a:t> </a:t>
            </a:r>
            <a:r>
              <a:rPr sz="1100" spc="-45" dirty="0">
                <a:latin typeface="Tahoma"/>
                <a:cs typeface="Tahoma"/>
              </a:rPr>
              <a:t>everything</a:t>
            </a:r>
            <a:r>
              <a:rPr sz="1100" spc="20" dirty="0">
                <a:latin typeface="Tahoma"/>
                <a:cs typeface="Tahoma"/>
              </a:rPr>
              <a:t> </a:t>
            </a:r>
            <a:r>
              <a:rPr sz="1100" spc="-60" dirty="0">
                <a:latin typeface="Tahoma"/>
                <a:cs typeface="Tahoma"/>
              </a:rPr>
              <a:t>or</a:t>
            </a:r>
            <a:r>
              <a:rPr sz="1100" spc="20" dirty="0">
                <a:latin typeface="Tahoma"/>
                <a:cs typeface="Tahoma"/>
              </a:rPr>
              <a:t> </a:t>
            </a:r>
            <a:r>
              <a:rPr sz="1100" spc="-30" dirty="0">
                <a:latin typeface="Tahoma"/>
                <a:cs typeface="Tahoma"/>
              </a:rPr>
              <a:t>not.</a:t>
            </a:r>
            <a:endParaRPr sz="1100" dirty="0">
              <a:latin typeface="Tahoma"/>
              <a:cs typeface="Tahoma"/>
            </a:endParaRP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6851" y="64932"/>
            <a:ext cx="635635" cy="244475"/>
          </a:xfrm>
          <a:prstGeom prst="rect">
            <a:avLst/>
          </a:prstGeom>
        </p:spPr>
        <p:txBody>
          <a:bodyPr vert="horz" wrap="square" lIns="0" tIns="17145" rIns="0" bIns="0" rtlCol="0">
            <a:spAutoFit/>
          </a:bodyPr>
          <a:lstStyle/>
          <a:p>
            <a:pPr marL="12700">
              <a:lnSpc>
                <a:spcPct val="100000"/>
              </a:lnSpc>
              <a:spcBef>
                <a:spcPts val="135"/>
              </a:spcBef>
            </a:pPr>
            <a:r>
              <a:rPr sz="1400" spc="-25" dirty="0">
                <a:solidFill>
                  <a:srgbClr val="B40404"/>
                </a:solidFill>
              </a:rPr>
              <a:t>Solution</a:t>
            </a:r>
            <a:endParaRPr sz="140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675"/>
              </a:lnSpc>
            </a:pPr>
            <a:fld id="{81D60167-4931-47E6-BA6A-407CBD079E47}" type="slidenum">
              <a:rPr dirty="0"/>
              <a:pPr marL="38100">
                <a:lnSpc>
                  <a:spcPts val="675"/>
                </a:lnSpc>
              </a:pPr>
              <a:t>6</a:t>
            </a:fld>
            <a:r>
              <a:rPr spc="-75" dirty="0"/>
              <a:t> </a:t>
            </a:r>
            <a:r>
              <a:rPr dirty="0"/>
              <a:t>/</a:t>
            </a:r>
            <a:r>
              <a:rPr spc="-75" dirty="0"/>
              <a:t> </a:t>
            </a:r>
            <a:r>
              <a:rPr dirty="0"/>
              <a:t>13</a:t>
            </a:r>
          </a:p>
        </p:txBody>
      </p:sp>
      <p:sp>
        <p:nvSpPr>
          <p:cNvPr id="3" name="object 3"/>
          <p:cNvSpPr txBox="1">
            <a:spLocks noGrp="1"/>
          </p:cNvSpPr>
          <p:nvPr>
            <p:ph type="body" idx="1"/>
          </p:nvPr>
        </p:nvSpPr>
        <p:spPr>
          <a:xfrm>
            <a:off x="552450" y="968375"/>
            <a:ext cx="3521393" cy="1515158"/>
          </a:xfrm>
          <a:prstGeom prst="rect">
            <a:avLst/>
          </a:prstGeom>
        </p:spPr>
        <p:txBody>
          <a:bodyPr vert="horz" wrap="square" lIns="0" tIns="12700" rIns="0" bIns="0" rtlCol="0">
            <a:spAutoFit/>
          </a:bodyPr>
          <a:lstStyle/>
          <a:p>
            <a:pPr marL="172085" marR="33655" indent="-139065" algn="just">
              <a:lnSpc>
                <a:spcPct val="118000"/>
              </a:lnSpc>
              <a:spcBef>
                <a:spcPts val="100"/>
              </a:spcBef>
              <a:buClr>
                <a:srgbClr val="3333B2"/>
              </a:buClr>
              <a:buFont typeface="Arial"/>
              <a:buChar char="•"/>
              <a:tabLst>
                <a:tab pos="173355" algn="l"/>
              </a:tabLst>
            </a:pPr>
            <a:r>
              <a:rPr spc="-25" dirty="0"/>
              <a:t>To</a:t>
            </a:r>
            <a:r>
              <a:rPr spc="15" dirty="0"/>
              <a:t> </a:t>
            </a:r>
            <a:r>
              <a:rPr spc="-75" dirty="0"/>
              <a:t>show</a:t>
            </a:r>
            <a:r>
              <a:rPr spc="20" dirty="0"/>
              <a:t> </a:t>
            </a:r>
            <a:r>
              <a:rPr spc="-40" dirty="0"/>
              <a:t>the</a:t>
            </a:r>
            <a:r>
              <a:rPr spc="15" dirty="0"/>
              <a:t> </a:t>
            </a:r>
            <a:r>
              <a:rPr spc="-35" dirty="0"/>
              <a:t>lab</a:t>
            </a:r>
            <a:r>
              <a:rPr spc="20" dirty="0"/>
              <a:t> </a:t>
            </a:r>
            <a:r>
              <a:rPr spc="-50" dirty="0"/>
              <a:t>performance</a:t>
            </a:r>
            <a:r>
              <a:rPr spc="25" dirty="0"/>
              <a:t> </a:t>
            </a:r>
            <a:r>
              <a:rPr spc="-35" dirty="0"/>
              <a:t>of</a:t>
            </a:r>
            <a:r>
              <a:rPr spc="20" dirty="0"/>
              <a:t> </a:t>
            </a:r>
            <a:r>
              <a:rPr spc="-40" dirty="0"/>
              <a:t>the</a:t>
            </a:r>
            <a:r>
              <a:rPr spc="15" dirty="0"/>
              <a:t> </a:t>
            </a:r>
            <a:r>
              <a:rPr spc="-30" dirty="0"/>
              <a:t>individual</a:t>
            </a:r>
            <a:r>
              <a:rPr spc="20" dirty="0"/>
              <a:t> </a:t>
            </a:r>
            <a:r>
              <a:rPr spc="-40" dirty="0"/>
              <a:t>student</a:t>
            </a:r>
            <a:r>
              <a:rPr spc="25" dirty="0"/>
              <a:t> </a:t>
            </a:r>
            <a:r>
              <a:rPr spc="-60" dirty="0"/>
              <a:t>by </a:t>
            </a:r>
            <a:r>
              <a:rPr spc="-330" dirty="0"/>
              <a:t> </a:t>
            </a:r>
            <a:r>
              <a:rPr spc="-40" dirty="0"/>
              <a:t>checking</a:t>
            </a:r>
            <a:r>
              <a:rPr spc="15" dirty="0"/>
              <a:t> </a:t>
            </a:r>
            <a:r>
              <a:rPr spc="-30" dirty="0"/>
              <a:t>their</a:t>
            </a:r>
            <a:r>
              <a:rPr spc="20" dirty="0"/>
              <a:t> </a:t>
            </a:r>
            <a:r>
              <a:rPr spc="-45" dirty="0"/>
              <a:t>growth.</a:t>
            </a:r>
          </a:p>
          <a:p>
            <a:pPr marL="172085" indent="-139065" algn="just">
              <a:lnSpc>
                <a:spcPct val="100000"/>
              </a:lnSpc>
              <a:spcBef>
                <a:spcPts val="540"/>
              </a:spcBef>
              <a:buClr>
                <a:srgbClr val="3333B2"/>
              </a:buClr>
              <a:buFont typeface="Arial"/>
              <a:buChar char="•"/>
              <a:tabLst>
                <a:tab pos="173355" algn="l"/>
              </a:tabLst>
            </a:pPr>
            <a:r>
              <a:rPr spc="-25" dirty="0"/>
              <a:t>To</a:t>
            </a:r>
            <a:r>
              <a:rPr spc="10" dirty="0"/>
              <a:t> </a:t>
            </a:r>
            <a:r>
              <a:rPr spc="-45" dirty="0"/>
              <a:t>check</a:t>
            </a:r>
            <a:r>
              <a:rPr spc="15" dirty="0"/>
              <a:t> </a:t>
            </a:r>
            <a:r>
              <a:rPr spc="-40" dirty="0"/>
              <a:t>the</a:t>
            </a:r>
            <a:r>
              <a:rPr spc="15" dirty="0"/>
              <a:t> </a:t>
            </a:r>
            <a:r>
              <a:rPr spc="-30" dirty="0"/>
              <a:t>Understandability</a:t>
            </a:r>
            <a:r>
              <a:rPr spc="10" dirty="0"/>
              <a:t> </a:t>
            </a:r>
            <a:r>
              <a:rPr spc="-45" dirty="0"/>
              <a:t>level</a:t>
            </a:r>
            <a:r>
              <a:rPr spc="15" dirty="0"/>
              <a:t> </a:t>
            </a:r>
            <a:r>
              <a:rPr spc="-35" dirty="0"/>
              <a:t>of</a:t>
            </a:r>
            <a:r>
              <a:rPr spc="10" dirty="0"/>
              <a:t> </a:t>
            </a:r>
            <a:r>
              <a:rPr spc="-40" dirty="0"/>
              <a:t>the</a:t>
            </a:r>
            <a:r>
              <a:rPr spc="15" dirty="0"/>
              <a:t> </a:t>
            </a:r>
            <a:r>
              <a:rPr spc="-40" dirty="0"/>
              <a:t>student.</a:t>
            </a:r>
          </a:p>
          <a:p>
            <a:pPr marL="172085" indent="-139065" algn="just">
              <a:lnSpc>
                <a:spcPct val="100000"/>
              </a:lnSpc>
              <a:spcBef>
                <a:spcPts val="535"/>
              </a:spcBef>
              <a:buClr>
                <a:srgbClr val="3333B2"/>
              </a:buClr>
              <a:buFont typeface="Arial" pitchFamily="34" charset="0"/>
              <a:buChar char="•"/>
              <a:tabLst>
                <a:tab pos="173355" algn="l"/>
              </a:tabLst>
            </a:pPr>
            <a:r>
              <a:rPr spc="-45" dirty="0"/>
              <a:t>It</a:t>
            </a:r>
            <a:r>
              <a:rPr spc="20" dirty="0"/>
              <a:t> </a:t>
            </a:r>
            <a:r>
              <a:rPr spc="-15" dirty="0"/>
              <a:t>will</a:t>
            </a:r>
            <a:r>
              <a:rPr spc="20" dirty="0"/>
              <a:t> </a:t>
            </a:r>
            <a:r>
              <a:rPr spc="-55" dirty="0"/>
              <a:t>be</a:t>
            </a:r>
            <a:r>
              <a:rPr spc="20" dirty="0"/>
              <a:t> </a:t>
            </a:r>
            <a:r>
              <a:rPr spc="-35" dirty="0"/>
              <a:t>helpful</a:t>
            </a:r>
            <a:r>
              <a:rPr spc="20" dirty="0"/>
              <a:t> </a:t>
            </a:r>
            <a:r>
              <a:rPr spc="-45" dirty="0"/>
              <a:t>for</a:t>
            </a:r>
            <a:r>
              <a:rPr spc="20" dirty="0"/>
              <a:t> </a:t>
            </a:r>
            <a:r>
              <a:rPr spc="-30" dirty="0"/>
              <a:t>faculty</a:t>
            </a:r>
            <a:r>
              <a:rPr spc="20" dirty="0"/>
              <a:t> </a:t>
            </a:r>
            <a:r>
              <a:rPr spc="-60" dirty="0"/>
              <a:t>member</a:t>
            </a:r>
            <a:r>
              <a:rPr spc="20" dirty="0"/>
              <a:t> </a:t>
            </a:r>
            <a:r>
              <a:rPr spc="-15" dirty="0"/>
              <a:t>to</a:t>
            </a:r>
            <a:r>
              <a:rPr spc="20" dirty="0"/>
              <a:t> </a:t>
            </a:r>
            <a:r>
              <a:rPr spc="-40" dirty="0"/>
              <a:t>assist</a:t>
            </a:r>
            <a:r>
              <a:rPr spc="20" dirty="0"/>
              <a:t> </a:t>
            </a:r>
            <a:r>
              <a:rPr spc="-40" dirty="0"/>
              <a:t>the</a:t>
            </a:r>
            <a:r>
              <a:rPr spc="15" dirty="0"/>
              <a:t> </a:t>
            </a:r>
            <a:r>
              <a:rPr spc="-40" dirty="0"/>
              <a:t>student</a:t>
            </a:r>
            <a:r>
              <a:rPr lang="en-IN" dirty="0"/>
              <a:t>Easy to access student data.</a:t>
            </a:r>
          </a:p>
          <a:p>
            <a:pPr marL="172085" indent="-139065" algn="just">
              <a:lnSpc>
                <a:spcPct val="100000"/>
              </a:lnSpc>
              <a:spcBef>
                <a:spcPts val="535"/>
              </a:spcBef>
              <a:buClr>
                <a:srgbClr val="3333B2"/>
              </a:buClr>
              <a:buFont typeface="Arial" pitchFamily="34" charset="0"/>
              <a:buChar char="•"/>
              <a:tabLst>
                <a:tab pos="173355" algn="l"/>
              </a:tabLst>
            </a:pPr>
            <a:r>
              <a:rPr lang="en-IN" spc="-25" dirty="0"/>
              <a:t>Assessment reliability.</a:t>
            </a:r>
          </a:p>
          <a:p>
            <a:pPr marL="172085" indent="-139065" algn="just">
              <a:lnSpc>
                <a:spcPct val="100000"/>
              </a:lnSpc>
              <a:spcBef>
                <a:spcPts val="535"/>
              </a:spcBef>
              <a:buClr>
                <a:srgbClr val="3333B2"/>
              </a:buClr>
              <a:buFont typeface="Arial" pitchFamily="34" charset="0"/>
              <a:buChar char="•"/>
              <a:tabLst>
                <a:tab pos="173355" algn="l"/>
              </a:tabLst>
            </a:pPr>
            <a:r>
              <a:rPr lang="en-IN" spc="-25" dirty="0"/>
              <a:t>Solution for all student data storage of score</a:t>
            </a:r>
            <a:r>
              <a:rPr spc="-40" dirty="0"/>
              <a:t>.</a:t>
            </a: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30175"/>
            <a:ext cx="2895600" cy="215444"/>
          </a:xfrm>
        </p:spPr>
        <p:txBody>
          <a:bodyPr/>
          <a:lstStyle/>
          <a:p>
            <a:pPr marL="12700">
              <a:spcBef>
                <a:spcPts val="135"/>
              </a:spcBef>
            </a:pPr>
            <a:r>
              <a:rPr lang="en-IN" sz="1400" spc="-25" dirty="0">
                <a:solidFill>
                  <a:srgbClr val="B40404"/>
                </a:solidFill>
              </a:rPr>
              <a:t>            Proposed SDLC Model</a:t>
            </a:r>
          </a:p>
        </p:txBody>
      </p:sp>
      <p:sp>
        <p:nvSpPr>
          <p:cNvPr id="3" name="Text Placeholder 2"/>
          <p:cNvSpPr>
            <a:spLocks noGrp="1"/>
          </p:cNvSpPr>
          <p:nvPr>
            <p:ph type="body" idx="1"/>
          </p:nvPr>
        </p:nvSpPr>
        <p:spPr>
          <a:xfrm>
            <a:off x="247650" y="739775"/>
            <a:ext cx="4267200" cy="2200602"/>
          </a:xfrm>
        </p:spPr>
        <p:txBody>
          <a:bodyPr/>
          <a:lstStyle/>
          <a:p>
            <a:pPr algn="just"/>
            <a:r>
              <a:rPr lang="en-IN" dirty="0"/>
              <a:t>We are using Iterative Waterfall Model :</a:t>
            </a:r>
          </a:p>
          <a:p>
            <a:pPr algn="just"/>
            <a:endParaRPr lang="en-IN" dirty="0"/>
          </a:p>
          <a:p>
            <a:pPr algn="just"/>
            <a:r>
              <a:rPr lang="en-IN" dirty="0"/>
              <a:t> • The Iterative Waterfall Model is a method of software development that combines iterative design flexibility with the sequential processes of the conventional Waterfall Model.</a:t>
            </a:r>
          </a:p>
          <a:p>
            <a:pPr algn="just"/>
            <a:endParaRPr lang="en-IN" dirty="0"/>
          </a:p>
          <a:p>
            <a:pPr algn="just"/>
            <a:r>
              <a:rPr lang="en-IN" dirty="0"/>
              <a:t> • The primary distinction between the iterative waterfall model and the traditional waterfall model is the provision of feedback channels from each step to its predecessor phases. </a:t>
            </a:r>
          </a:p>
          <a:p>
            <a:pPr algn="just"/>
            <a:endParaRPr lang="en-IN" dirty="0"/>
          </a:p>
          <a:p>
            <a:pPr algn="just"/>
            <a:r>
              <a:rPr lang="en-IN" dirty="0"/>
              <a:t>• It is a good choice for small projects or teams who are new to software development because it is simple to comprehend and put into practice</a:t>
            </a:r>
          </a:p>
        </p:txBody>
      </p:sp>
      <p:sp>
        <p:nvSpPr>
          <p:cNvPr id="4" name="Rectangle 3"/>
          <p:cNvSpPr/>
          <p:nvPr/>
        </p:nvSpPr>
        <p:spPr>
          <a:xfrm>
            <a:off x="247650" y="358775"/>
            <a:ext cx="2514600" cy="307777"/>
          </a:xfrm>
          <a:prstGeom prst="rect">
            <a:avLst/>
          </a:prstGeom>
        </p:spPr>
        <p:txBody>
          <a:bodyPr wrap="square">
            <a:spAutoFit/>
          </a:bodyPr>
          <a:lstStyle/>
          <a:p>
            <a:r>
              <a:rPr lang="en-IN" sz="1400" dirty="0"/>
              <a:t>Iterative Waterfall </a:t>
            </a:r>
            <a:r>
              <a:rPr lang="en-IN" sz="1400" dirty="0" smtClean="0"/>
              <a:t>Model:-</a:t>
            </a:r>
            <a:endParaRPr lang="en-IN"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4450" y="53975"/>
            <a:ext cx="2209800" cy="384721"/>
          </a:xfrm>
        </p:spPr>
        <p:txBody>
          <a:bodyPr/>
          <a:lstStyle/>
          <a:p>
            <a:r>
              <a:rPr lang="en-US" dirty="0"/>
              <a:t> </a:t>
            </a:r>
            <a:r>
              <a:rPr lang="en-IN" sz="1400" spc="-25" dirty="0">
                <a:solidFill>
                  <a:srgbClr val="B40404"/>
                </a:solidFill>
              </a:rPr>
              <a:t>Iterative Waterfall Phases</a:t>
            </a:r>
            <a:r>
              <a:rPr lang="en-IN" dirty="0"/>
              <a:t/>
            </a:r>
            <a:br>
              <a:rPr lang="en-IN" dirty="0"/>
            </a:br>
            <a:endParaRPr lang="en-IN" dirty="0"/>
          </a:p>
        </p:txBody>
      </p:sp>
      <p:sp>
        <p:nvSpPr>
          <p:cNvPr id="3" name="Text Placeholder 2"/>
          <p:cNvSpPr>
            <a:spLocks noGrp="1"/>
          </p:cNvSpPr>
          <p:nvPr>
            <p:ph type="body" idx="1"/>
          </p:nvPr>
        </p:nvSpPr>
        <p:spPr/>
        <p:txBody>
          <a:bodyPr/>
          <a:lstStyle/>
          <a:p>
            <a:endParaRPr lang="en-IN" dirty="0"/>
          </a:p>
        </p:txBody>
      </p:sp>
      <p:pic>
        <p:nvPicPr>
          <p:cNvPr id="4098" name="Picture 2" descr="C:\Users\Welcome\Downloads\Figure_1 (1).png"/>
          <p:cNvPicPr>
            <a:picLocks noChangeAspect="1" noChangeArrowheads="1"/>
          </p:cNvPicPr>
          <p:nvPr/>
        </p:nvPicPr>
        <p:blipFill>
          <a:blip r:embed="rId2" cstate="print"/>
          <a:srcRect/>
          <a:stretch>
            <a:fillRect/>
          </a:stretch>
        </p:blipFill>
        <p:spPr bwMode="auto">
          <a:xfrm>
            <a:off x="476250" y="459160"/>
            <a:ext cx="3733800" cy="2795215"/>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4007" y="64932"/>
            <a:ext cx="1240155" cy="244475"/>
          </a:xfrm>
          <a:prstGeom prst="rect">
            <a:avLst/>
          </a:prstGeom>
        </p:spPr>
        <p:txBody>
          <a:bodyPr vert="horz" wrap="square" lIns="0" tIns="17145" rIns="0" bIns="0" rtlCol="0">
            <a:spAutoFit/>
          </a:bodyPr>
          <a:lstStyle/>
          <a:p>
            <a:pPr marL="12700">
              <a:lnSpc>
                <a:spcPct val="100000"/>
              </a:lnSpc>
              <a:spcBef>
                <a:spcPts val="135"/>
              </a:spcBef>
            </a:pPr>
            <a:r>
              <a:rPr sz="1400" spc="-25" dirty="0">
                <a:solidFill>
                  <a:srgbClr val="B40404"/>
                </a:solidFill>
              </a:rPr>
              <a:t>Algorithum</a:t>
            </a:r>
            <a:r>
              <a:rPr sz="1400" spc="-55" dirty="0">
                <a:solidFill>
                  <a:srgbClr val="B40404"/>
                </a:solidFill>
              </a:rPr>
              <a:t> </a:t>
            </a:r>
            <a:r>
              <a:rPr sz="1400" spc="-80" dirty="0">
                <a:solidFill>
                  <a:srgbClr val="B40404"/>
                </a:solidFill>
              </a:rPr>
              <a:t>used</a:t>
            </a:r>
            <a:endParaRPr sz="1400"/>
          </a:p>
        </p:txBody>
      </p:sp>
      <p:sp>
        <p:nvSpPr>
          <p:cNvPr id="3" name="object 3"/>
          <p:cNvSpPr txBox="1"/>
          <p:nvPr/>
        </p:nvSpPr>
        <p:spPr>
          <a:xfrm>
            <a:off x="95250" y="434975"/>
            <a:ext cx="4419600" cy="2908040"/>
          </a:xfrm>
          <a:prstGeom prst="rect">
            <a:avLst/>
          </a:prstGeom>
        </p:spPr>
        <p:txBody>
          <a:bodyPr vert="horz" wrap="square" lIns="0" tIns="49530" rIns="0" bIns="0" rtlCol="0">
            <a:spAutoFit/>
          </a:bodyPr>
          <a:lstStyle/>
          <a:p>
            <a:pPr marL="314960" indent="-139065">
              <a:lnSpc>
                <a:spcPct val="100000"/>
              </a:lnSpc>
              <a:spcBef>
                <a:spcPts val="390"/>
              </a:spcBef>
              <a:buClr>
                <a:srgbClr val="3333B2"/>
              </a:buClr>
              <a:tabLst>
                <a:tab pos="315595" algn="l"/>
              </a:tabLst>
            </a:pPr>
            <a:r>
              <a:rPr lang="en-US" sz="1100" b="1" u="sng" dirty="0" err="1" smtClean="0">
                <a:latin typeface="Times New Roman" pitchFamily="18" charset="0"/>
                <a:ea typeface="+mj-ea"/>
                <a:cs typeface="Times New Roman" pitchFamily="18" charset="0"/>
              </a:rPr>
              <a:t>Gr</a:t>
            </a:r>
            <a:r>
              <a:rPr lang="en-US" sz="1100" b="1" u="sng" dirty="0" err="1" smtClean="0">
                <a:latin typeface="Times New Roman" pitchFamily="18" charset="0"/>
                <a:ea typeface="+mj-ea"/>
                <a:cs typeface="Times New Roman" pitchFamily="18" charset="0"/>
              </a:rPr>
              <a:t>ammarchecke</a:t>
            </a:r>
            <a:r>
              <a:rPr lang="en-US" sz="1100" b="1" u="sng" dirty="0" err="1" smtClean="0">
                <a:latin typeface="Times New Roman" pitchFamily="18" charset="0"/>
                <a:ea typeface="+mj-ea"/>
                <a:cs typeface="Times New Roman" pitchFamily="18" charset="0"/>
              </a:rPr>
              <a:t>r</a:t>
            </a:r>
            <a:endParaRPr lang="en-US" sz="1100" b="1" u="sng" dirty="0">
              <a:latin typeface="Times New Roman" pitchFamily="18" charset="0"/>
              <a:ea typeface="+mj-ea"/>
              <a:cs typeface="Times New Roman" pitchFamily="18" charset="0"/>
            </a:endParaRPr>
          </a:p>
          <a:p>
            <a:pPr marL="38100" marR="30480" algn="just">
              <a:lnSpc>
                <a:spcPct val="118000"/>
              </a:lnSpc>
              <a:spcBef>
                <a:spcPts val="50"/>
              </a:spcBef>
            </a:pPr>
            <a:r>
              <a:rPr lang="en-US" sz="1100" spc="-20" dirty="0">
                <a:latin typeface="Tahoma"/>
                <a:cs typeface="Tahoma"/>
              </a:rPr>
              <a:t>The</a:t>
            </a:r>
            <a:r>
              <a:rPr lang="en-US" sz="1100" spc="15" dirty="0">
                <a:latin typeface="Tahoma"/>
                <a:cs typeface="Tahoma"/>
              </a:rPr>
              <a:t> </a:t>
            </a:r>
            <a:r>
              <a:rPr lang="en-US" sz="1100" spc="-30" dirty="0">
                <a:latin typeface="Tahoma"/>
                <a:cs typeface="Tahoma"/>
              </a:rPr>
              <a:t>automatic</a:t>
            </a:r>
            <a:r>
              <a:rPr lang="en-US" sz="1100" spc="20" dirty="0">
                <a:latin typeface="Tahoma"/>
                <a:cs typeface="Tahoma"/>
              </a:rPr>
              <a:t> </a:t>
            </a:r>
            <a:r>
              <a:rPr lang="en-US" sz="1100" spc="-35" dirty="0">
                <a:latin typeface="Tahoma"/>
                <a:cs typeface="Tahoma"/>
              </a:rPr>
              <a:t>detection</a:t>
            </a:r>
            <a:r>
              <a:rPr lang="en-US" sz="1100" spc="20" dirty="0">
                <a:latin typeface="Tahoma"/>
                <a:cs typeface="Tahoma"/>
              </a:rPr>
              <a:t> </a:t>
            </a:r>
            <a:r>
              <a:rPr lang="en-US" sz="1100" spc="-50" dirty="0">
                <a:latin typeface="Tahoma"/>
                <a:cs typeface="Tahoma"/>
              </a:rPr>
              <a:t>and</a:t>
            </a:r>
            <a:r>
              <a:rPr lang="en-US" sz="1100" spc="15" dirty="0">
                <a:latin typeface="Tahoma"/>
                <a:cs typeface="Tahoma"/>
              </a:rPr>
              <a:t> </a:t>
            </a:r>
            <a:r>
              <a:rPr lang="en-US" sz="1100" spc="-35" dirty="0">
                <a:latin typeface="Tahoma"/>
                <a:cs typeface="Tahoma"/>
              </a:rPr>
              <a:t>correction</a:t>
            </a:r>
            <a:r>
              <a:rPr lang="en-US" sz="1100" spc="15" dirty="0">
                <a:latin typeface="Tahoma"/>
                <a:cs typeface="Tahoma"/>
              </a:rPr>
              <a:t> </a:t>
            </a:r>
            <a:r>
              <a:rPr lang="en-US" sz="1100" spc="-35" dirty="0">
                <a:latin typeface="Tahoma"/>
                <a:cs typeface="Tahoma"/>
              </a:rPr>
              <a:t>of</a:t>
            </a:r>
            <a:r>
              <a:rPr lang="en-US" sz="1100" spc="15" dirty="0">
                <a:latin typeface="Tahoma"/>
                <a:cs typeface="Tahoma"/>
              </a:rPr>
              <a:t> </a:t>
            </a:r>
            <a:r>
              <a:rPr lang="en-US" sz="1100" spc="-50" dirty="0">
                <a:latin typeface="Tahoma"/>
                <a:cs typeface="Tahoma"/>
              </a:rPr>
              <a:t>grammar,</a:t>
            </a:r>
            <a:r>
              <a:rPr lang="en-US" sz="1100" spc="15" dirty="0">
                <a:latin typeface="Tahoma"/>
                <a:cs typeface="Tahoma"/>
              </a:rPr>
              <a:t> </a:t>
            </a:r>
            <a:r>
              <a:rPr lang="en-US" sz="1100" spc="-35" dirty="0">
                <a:latin typeface="Tahoma"/>
                <a:cs typeface="Tahoma"/>
              </a:rPr>
              <a:t>spelling, </a:t>
            </a:r>
            <a:r>
              <a:rPr lang="en-US" sz="1100" spc="-30" dirty="0">
                <a:latin typeface="Tahoma"/>
                <a:cs typeface="Tahoma"/>
              </a:rPr>
              <a:t> </a:t>
            </a:r>
            <a:r>
              <a:rPr lang="en-US" sz="1100" spc="-70" dirty="0">
                <a:latin typeface="Tahoma"/>
                <a:cs typeface="Tahoma"/>
              </a:rPr>
              <a:t>word</a:t>
            </a:r>
            <a:r>
              <a:rPr lang="en-US" sz="1100" spc="25" dirty="0">
                <a:latin typeface="Tahoma"/>
                <a:cs typeface="Tahoma"/>
              </a:rPr>
              <a:t> </a:t>
            </a:r>
            <a:r>
              <a:rPr lang="en-US" sz="1100" spc="-55" dirty="0">
                <a:latin typeface="Tahoma"/>
                <a:cs typeface="Tahoma"/>
              </a:rPr>
              <a:t>order,</a:t>
            </a:r>
            <a:r>
              <a:rPr lang="en-US" sz="1100" spc="25" dirty="0">
                <a:latin typeface="Tahoma"/>
                <a:cs typeface="Tahoma"/>
              </a:rPr>
              <a:t> </a:t>
            </a:r>
            <a:r>
              <a:rPr lang="en-US" sz="1100" spc="-50" dirty="0">
                <a:latin typeface="Tahoma"/>
                <a:cs typeface="Tahoma"/>
              </a:rPr>
              <a:t>and</a:t>
            </a:r>
            <a:r>
              <a:rPr lang="en-US" sz="1100" spc="25" dirty="0">
                <a:latin typeface="Tahoma"/>
                <a:cs typeface="Tahoma"/>
              </a:rPr>
              <a:t> </a:t>
            </a:r>
            <a:r>
              <a:rPr lang="en-US" sz="1100" spc="-30" dirty="0">
                <a:latin typeface="Tahoma"/>
                <a:cs typeface="Tahoma"/>
              </a:rPr>
              <a:t>punctuation</a:t>
            </a:r>
            <a:r>
              <a:rPr lang="en-US" sz="1100" spc="25" dirty="0">
                <a:latin typeface="Tahoma"/>
                <a:cs typeface="Tahoma"/>
              </a:rPr>
              <a:t> </a:t>
            </a:r>
            <a:r>
              <a:rPr lang="en-US" sz="1100" spc="-50" dirty="0">
                <a:latin typeface="Tahoma"/>
                <a:cs typeface="Tahoma"/>
              </a:rPr>
              <a:t>mistakes</a:t>
            </a:r>
            <a:r>
              <a:rPr lang="en-US" sz="1100" spc="25" dirty="0">
                <a:latin typeface="Tahoma"/>
                <a:cs typeface="Tahoma"/>
              </a:rPr>
              <a:t> </a:t>
            </a:r>
            <a:r>
              <a:rPr lang="en-US" sz="1100" spc="-50" dirty="0">
                <a:latin typeface="Tahoma"/>
                <a:cs typeface="Tahoma"/>
              </a:rPr>
              <a:t>discovered</a:t>
            </a:r>
            <a:r>
              <a:rPr lang="en-US" sz="1100" spc="25" dirty="0">
                <a:latin typeface="Tahoma"/>
                <a:cs typeface="Tahoma"/>
              </a:rPr>
              <a:t> </a:t>
            </a:r>
            <a:r>
              <a:rPr lang="en-US" sz="1100" spc="-25" dirty="0">
                <a:latin typeface="Tahoma"/>
                <a:cs typeface="Tahoma"/>
              </a:rPr>
              <a:t>in</a:t>
            </a:r>
            <a:r>
              <a:rPr lang="en-US" sz="1100" spc="25" dirty="0">
                <a:latin typeface="Tahoma"/>
                <a:cs typeface="Tahoma"/>
              </a:rPr>
              <a:t> </a:t>
            </a:r>
            <a:r>
              <a:rPr lang="en-US" sz="1100" spc="-30" dirty="0">
                <a:latin typeface="Tahoma"/>
                <a:cs typeface="Tahoma"/>
              </a:rPr>
              <a:t>English</a:t>
            </a:r>
            <a:r>
              <a:rPr lang="en-US" sz="1100" spc="20" dirty="0">
                <a:latin typeface="Tahoma"/>
                <a:cs typeface="Tahoma"/>
              </a:rPr>
              <a:t> </a:t>
            </a:r>
            <a:r>
              <a:rPr lang="en-US" sz="1100" spc="-25" dirty="0">
                <a:latin typeface="Tahoma"/>
                <a:cs typeface="Tahoma"/>
              </a:rPr>
              <a:t>text </a:t>
            </a:r>
            <a:r>
              <a:rPr lang="en-US" sz="1100" spc="-20" dirty="0">
                <a:latin typeface="Tahoma"/>
                <a:cs typeface="Tahoma"/>
              </a:rPr>
              <a:t> </a:t>
            </a:r>
            <a:r>
              <a:rPr lang="en-US" sz="1100" spc="-50" dirty="0">
                <a:latin typeface="Tahoma"/>
                <a:cs typeface="Tahoma"/>
              </a:rPr>
              <a:t>authored</a:t>
            </a:r>
            <a:r>
              <a:rPr lang="en-US" sz="1100" spc="10" dirty="0">
                <a:latin typeface="Tahoma"/>
                <a:cs typeface="Tahoma"/>
              </a:rPr>
              <a:t> </a:t>
            </a:r>
            <a:r>
              <a:rPr lang="en-US" sz="1100" spc="-60" dirty="0">
                <a:latin typeface="Tahoma"/>
                <a:cs typeface="Tahoma"/>
              </a:rPr>
              <a:t>by</a:t>
            </a:r>
            <a:r>
              <a:rPr lang="en-US" sz="1100" spc="10" dirty="0">
                <a:latin typeface="Tahoma"/>
                <a:cs typeface="Tahoma"/>
              </a:rPr>
              <a:t> </a:t>
            </a:r>
            <a:r>
              <a:rPr lang="en-US" sz="1100" spc="-40" dirty="0">
                <a:latin typeface="Tahoma"/>
                <a:cs typeface="Tahoma"/>
              </a:rPr>
              <a:t>non-native</a:t>
            </a:r>
            <a:r>
              <a:rPr lang="en-US" sz="1100" spc="15" dirty="0">
                <a:latin typeface="Tahoma"/>
                <a:cs typeface="Tahoma"/>
              </a:rPr>
              <a:t> </a:t>
            </a:r>
            <a:r>
              <a:rPr lang="en-US" sz="1100" spc="-60" dirty="0">
                <a:latin typeface="Tahoma"/>
                <a:cs typeface="Tahoma"/>
              </a:rPr>
              <a:t>speakers</a:t>
            </a:r>
            <a:r>
              <a:rPr lang="en-US" sz="1100" spc="5" dirty="0">
                <a:latin typeface="Tahoma"/>
                <a:cs typeface="Tahoma"/>
              </a:rPr>
              <a:t> </a:t>
            </a:r>
            <a:r>
              <a:rPr lang="en-US" sz="1100" spc="-35" dirty="0">
                <a:latin typeface="Tahoma"/>
                <a:cs typeface="Tahoma"/>
              </a:rPr>
              <a:t>of</a:t>
            </a:r>
            <a:r>
              <a:rPr lang="en-US" sz="1100" spc="15" dirty="0">
                <a:latin typeface="Tahoma"/>
                <a:cs typeface="Tahoma"/>
              </a:rPr>
              <a:t> </a:t>
            </a:r>
            <a:r>
              <a:rPr lang="en-US" sz="1100" spc="-40" dirty="0">
                <a:latin typeface="Tahoma"/>
                <a:cs typeface="Tahoma"/>
              </a:rPr>
              <a:t>the</a:t>
            </a:r>
            <a:r>
              <a:rPr lang="en-US" sz="1100" spc="10" dirty="0">
                <a:latin typeface="Tahoma"/>
                <a:cs typeface="Tahoma"/>
              </a:rPr>
              <a:t> </a:t>
            </a:r>
            <a:r>
              <a:rPr lang="en-US" sz="1100" spc="-55" dirty="0">
                <a:latin typeface="Tahoma"/>
                <a:cs typeface="Tahoma"/>
              </a:rPr>
              <a:t>language</a:t>
            </a:r>
            <a:r>
              <a:rPr lang="en-US" sz="1100" spc="10" dirty="0">
                <a:latin typeface="Tahoma"/>
                <a:cs typeface="Tahoma"/>
              </a:rPr>
              <a:t> </a:t>
            </a:r>
            <a:r>
              <a:rPr lang="en-US" sz="1100" spc="-35" dirty="0">
                <a:latin typeface="Tahoma"/>
                <a:cs typeface="Tahoma"/>
              </a:rPr>
              <a:t>is</a:t>
            </a:r>
            <a:r>
              <a:rPr lang="en-US" sz="1100" spc="15" dirty="0">
                <a:latin typeface="Tahoma"/>
                <a:cs typeface="Tahoma"/>
              </a:rPr>
              <a:t> </a:t>
            </a:r>
            <a:r>
              <a:rPr lang="en-US" sz="1100" spc="-55" dirty="0">
                <a:latin typeface="Tahoma"/>
                <a:cs typeface="Tahoma"/>
              </a:rPr>
              <a:t>a</a:t>
            </a:r>
            <a:r>
              <a:rPr lang="en-US" sz="1100" spc="10" dirty="0">
                <a:latin typeface="Tahoma"/>
                <a:cs typeface="Tahoma"/>
              </a:rPr>
              <a:t> </a:t>
            </a:r>
            <a:r>
              <a:rPr lang="en-US" sz="1100" spc="-25" dirty="0">
                <a:latin typeface="Tahoma"/>
                <a:cs typeface="Tahoma"/>
              </a:rPr>
              <a:t>crucial</a:t>
            </a:r>
            <a:r>
              <a:rPr lang="en-US" sz="1100" spc="10" dirty="0">
                <a:latin typeface="Tahoma"/>
                <a:cs typeface="Tahoma"/>
              </a:rPr>
              <a:t> </a:t>
            </a:r>
            <a:r>
              <a:rPr lang="en-US" sz="1100" spc="-35" dirty="0">
                <a:latin typeface="Tahoma"/>
                <a:cs typeface="Tahoma"/>
              </a:rPr>
              <a:t>part </a:t>
            </a:r>
            <a:r>
              <a:rPr lang="en-US" sz="1100" spc="-325" dirty="0">
                <a:latin typeface="Tahoma"/>
                <a:cs typeface="Tahoma"/>
              </a:rPr>
              <a:t> </a:t>
            </a:r>
            <a:r>
              <a:rPr lang="en-US" sz="1100" spc="-35" dirty="0">
                <a:latin typeface="Tahoma"/>
                <a:cs typeface="Tahoma"/>
              </a:rPr>
              <a:t>of</a:t>
            </a:r>
            <a:r>
              <a:rPr lang="en-US" sz="1100" spc="15" dirty="0">
                <a:latin typeface="Tahoma"/>
                <a:cs typeface="Tahoma"/>
              </a:rPr>
              <a:t> </a:t>
            </a:r>
            <a:r>
              <a:rPr lang="en-US" sz="1100" spc="-30" dirty="0">
                <a:latin typeface="Tahoma"/>
                <a:cs typeface="Tahoma"/>
              </a:rPr>
              <a:t>natural</a:t>
            </a:r>
            <a:r>
              <a:rPr lang="en-US" sz="1100" spc="25" dirty="0">
                <a:latin typeface="Tahoma"/>
                <a:cs typeface="Tahoma"/>
              </a:rPr>
              <a:t> </a:t>
            </a:r>
            <a:r>
              <a:rPr lang="en-US" sz="1100" spc="-55" dirty="0">
                <a:latin typeface="Tahoma"/>
                <a:cs typeface="Tahoma"/>
              </a:rPr>
              <a:t>language</a:t>
            </a:r>
            <a:r>
              <a:rPr lang="en-US" sz="1100" spc="25" dirty="0">
                <a:latin typeface="Tahoma"/>
                <a:cs typeface="Tahoma"/>
              </a:rPr>
              <a:t> </a:t>
            </a:r>
            <a:r>
              <a:rPr lang="en-US" sz="1100" spc="-50" dirty="0">
                <a:latin typeface="Tahoma"/>
                <a:cs typeface="Tahoma"/>
              </a:rPr>
              <a:t>processing.</a:t>
            </a:r>
            <a:r>
              <a:rPr lang="en-US" sz="1100" spc="140" dirty="0">
                <a:latin typeface="Tahoma"/>
                <a:cs typeface="Tahoma"/>
              </a:rPr>
              <a:t> </a:t>
            </a:r>
            <a:r>
              <a:rPr lang="en-US" sz="1100" spc="-45" dirty="0">
                <a:latin typeface="Tahoma"/>
                <a:cs typeface="Tahoma"/>
              </a:rPr>
              <a:t>Technology</a:t>
            </a:r>
            <a:r>
              <a:rPr lang="en-US" sz="1100" spc="25" dirty="0">
                <a:latin typeface="Tahoma"/>
                <a:cs typeface="Tahoma"/>
              </a:rPr>
              <a:t> </a:t>
            </a:r>
            <a:r>
              <a:rPr lang="en-US" sz="1100" spc="-40" dirty="0">
                <a:latin typeface="Tahoma"/>
                <a:cs typeface="Tahoma"/>
              </a:rPr>
              <a:t>from</a:t>
            </a:r>
            <a:r>
              <a:rPr lang="en-US" sz="1100" spc="25" dirty="0">
                <a:latin typeface="Tahoma"/>
                <a:cs typeface="Tahoma"/>
              </a:rPr>
              <a:t> </a:t>
            </a:r>
            <a:r>
              <a:rPr lang="en-US" sz="1100" spc="-45" dirty="0">
                <a:latin typeface="Tahoma"/>
                <a:cs typeface="Tahoma"/>
              </a:rPr>
              <a:t>computer </a:t>
            </a:r>
            <a:r>
              <a:rPr lang="en-US" sz="1100" spc="-40" dirty="0">
                <a:latin typeface="Tahoma"/>
                <a:cs typeface="Tahoma"/>
              </a:rPr>
              <a:t> </a:t>
            </a:r>
            <a:r>
              <a:rPr lang="en-US" sz="1100" spc="-50" dirty="0">
                <a:latin typeface="Tahoma"/>
                <a:cs typeface="Tahoma"/>
              </a:rPr>
              <a:t>programming</a:t>
            </a:r>
            <a:r>
              <a:rPr lang="en-US" sz="1100" spc="15" dirty="0">
                <a:latin typeface="Tahoma"/>
                <a:cs typeface="Tahoma"/>
              </a:rPr>
              <a:t> </a:t>
            </a:r>
            <a:r>
              <a:rPr lang="en-US" sz="1100" spc="-35" dirty="0">
                <a:latin typeface="Tahoma"/>
                <a:cs typeface="Tahoma"/>
              </a:rPr>
              <a:t>is</a:t>
            </a:r>
            <a:r>
              <a:rPr lang="en-US" sz="1100" spc="20" dirty="0">
                <a:latin typeface="Tahoma"/>
                <a:cs typeface="Tahoma"/>
              </a:rPr>
              <a:t> </a:t>
            </a:r>
            <a:r>
              <a:rPr lang="en-US" sz="1100" spc="-70" dirty="0">
                <a:latin typeface="Tahoma"/>
                <a:cs typeface="Tahoma"/>
              </a:rPr>
              <a:t>used</a:t>
            </a:r>
            <a:r>
              <a:rPr lang="en-US" sz="1100" spc="20" dirty="0">
                <a:latin typeface="Tahoma"/>
                <a:cs typeface="Tahoma"/>
              </a:rPr>
              <a:t> </a:t>
            </a:r>
            <a:r>
              <a:rPr lang="en-US" sz="1100" spc="-45" dirty="0">
                <a:latin typeface="Tahoma"/>
                <a:cs typeface="Tahoma"/>
              </a:rPr>
              <a:t>for</a:t>
            </a:r>
            <a:r>
              <a:rPr lang="en-US" sz="1100" spc="20" dirty="0">
                <a:latin typeface="Tahoma"/>
                <a:cs typeface="Tahoma"/>
              </a:rPr>
              <a:t> </a:t>
            </a:r>
            <a:r>
              <a:rPr lang="en-US" sz="1100" spc="-25" dirty="0">
                <a:latin typeface="Tahoma"/>
                <a:cs typeface="Tahoma"/>
              </a:rPr>
              <a:t>this.</a:t>
            </a:r>
            <a:endParaRPr lang="en-US" sz="1100" dirty="0">
              <a:latin typeface="Tahoma"/>
              <a:cs typeface="Tahoma"/>
            </a:endParaRPr>
          </a:p>
          <a:p>
            <a:pPr marL="38100">
              <a:lnSpc>
                <a:spcPct val="100000"/>
              </a:lnSpc>
              <a:spcBef>
                <a:spcPts val="235"/>
              </a:spcBef>
            </a:pPr>
            <a:r>
              <a:rPr lang="en-US" sz="1100" b="1" spc="-55" dirty="0">
                <a:latin typeface="Arial"/>
                <a:cs typeface="Arial"/>
              </a:rPr>
              <a:t>Samplecode</a:t>
            </a:r>
            <a:r>
              <a:rPr lang="en-US" sz="1100" b="1" i="1" spc="85" dirty="0">
                <a:latin typeface="Arial"/>
                <a:cs typeface="Arial"/>
              </a:rPr>
              <a:t> </a:t>
            </a:r>
            <a:r>
              <a:rPr lang="en-US" sz="1100" b="1" spc="-5" dirty="0">
                <a:latin typeface="Yu Gothic"/>
                <a:cs typeface="Yu Gothic"/>
              </a:rPr>
              <a:t>:</a:t>
            </a:r>
            <a:endParaRPr lang="en-US" sz="1100" dirty="0">
              <a:latin typeface="Yu Gothic"/>
              <a:cs typeface="Yu Gothic"/>
            </a:endParaRPr>
          </a:p>
          <a:p>
            <a:pPr marL="38100" marR="30480" algn="just">
              <a:lnSpc>
                <a:spcPct val="118000"/>
              </a:lnSpc>
              <a:spcBef>
                <a:spcPts val="50"/>
              </a:spcBef>
            </a:pPr>
            <a:r>
              <a:rPr lang="en-US" sz="1100" spc="-20" dirty="0">
                <a:latin typeface="Tahoma"/>
                <a:cs typeface="Tahoma"/>
              </a:rPr>
              <a:t>import languagetoolpython </a:t>
            </a:r>
          </a:p>
          <a:p>
            <a:pPr marL="38100" marR="30480" algn="just">
              <a:lnSpc>
                <a:spcPct val="118000"/>
              </a:lnSpc>
              <a:spcBef>
                <a:spcPts val="50"/>
              </a:spcBef>
            </a:pPr>
            <a:r>
              <a:rPr lang="en-US" sz="1100" spc="-20" dirty="0">
                <a:latin typeface="Tahoma"/>
                <a:cs typeface="Tahoma"/>
              </a:rPr>
              <a:t>Def GrammerChecker(solution): </a:t>
            </a:r>
          </a:p>
          <a:p>
            <a:pPr marL="38100" marR="30480" algn="just">
              <a:lnSpc>
                <a:spcPct val="118000"/>
              </a:lnSpc>
              <a:spcBef>
                <a:spcPts val="50"/>
              </a:spcBef>
            </a:pPr>
            <a:r>
              <a:rPr lang="en-US" sz="1100" spc="-20" dirty="0">
                <a:latin typeface="Tahoma"/>
                <a:cs typeface="Tahoma"/>
              </a:rPr>
              <a:t>mytool = languagetoolpython.LanguageTool( ′ </a:t>
            </a:r>
            <a:r>
              <a:rPr lang="en-US" sz="1100" spc="-20" dirty="0" err="1">
                <a:latin typeface="Tahoma"/>
                <a:cs typeface="Tahoma"/>
              </a:rPr>
              <a:t>en</a:t>
            </a:r>
            <a:r>
              <a:rPr lang="en-US" sz="1100" spc="-20" dirty="0">
                <a:latin typeface="Tahoma"/>
                <a:cs typeface="Tahoma"/>
              </a:rPr>
              <a:t>−US′)</a:t>
            </a:r>
          </a:p>
          <a:p>
            <a:pPr marL="38100" marR="30480" algn="just">
              <a:lnSpc>
                <a:spcPct val="118000"/>
              </a:lnSpc>
              <a:spcBef>
                <a:spcPts val="50"/>
              </a:spcBef>
            </a:pPr>
            <a:r>
              <a:rPr lang="en-US" sz="1100" spc="-20" dirty="0">
                <a:latin typeface="Tahoma"/>
                <a:cs typeface="Tahoma"/>
              </a:rPr>
              <a:t>matches = mytool.check(answer) </a:t>
            </a:r>
          </a:p>
          <a:p>
            <a:pPr marL="38100" marR="30480" algn="just">
              <a:lnSpc>
                <a:spcPct val="118000"/>
              </a:lnSpc>
              <a:spcBef>
                <a:spcPts val="50"/>
              </a:spcBef>
            </a:pPr>
            <a:r>
              <a:rPr lang="en-US" sz="1100" spc="-20" dirty="0">
                <a:latin typeface="Tahoma"/>
                <a:cs typeface="Tahoma"/>
              </a:rPr>
              <a:t>MyMistakes = [] </a:t>
            </a:r>
          </a:p>
          <a:p>
            <a:pPr marL="38100" marR="30480" algn="just">
              <a:lnSpc>
                <a:spcPct val="118000"/>
              </a:lnSpc>
              <a:spcBef>
                <a:spcPts val="50"/>
              </a:spcBef>
            </a:pPr>
            <a:r>
              <a:rPr lang="en-US" sz="1100" spc="-20" dirty="0">
                <a:latin typeface="Tahoma"/>
                <a:cs typeface="Tahoma"/>
              </a:rPr>
              <a:t>For rules in matches:if len(rules.replacements)&gt;0:</a:t>
            </a:r>
          </a:p>
          <a:p>
            <a:pPr marL="38100" marR="30480" algn="just">
              <a:lnSpc>
                <a:spcPct val="118000"/>
              </a:lnSpc>
              <a:spcBef>
                <a:spcPts val="50"/>
              </a:spcBef>
            </a:pPr>
            <a:r>
              <a:rPr lang="en-US" sz="1100" spc="-20" dirty="0">
                <a:latin typeface="Tahoma"/>
                <a:cs typeface="Tahoma"/>
              </a:rPr>
              <a:t>myMistakes.append(answer[rules.offset:rules.errorLength + rules.offset]) return len(myMistakes). </a:t>
            </a:r>
          </a:p>
        </p:txBody>
      </p:sp>
      <p:sp>
        <p:nvSpPr>
          <p:cNvPr id="5" name="object 5"/>
          <p:cNvSpPr txBox="1"/>
          <p:nvPr/>
        </p:nvSpPr>
        <p:spPr>
          <a:xfrm>
            <a:off x="4326420" y="3323099"/>
            <a:ext cx="213995" cy="116839"/>
          </a:xfrm>
          <a:prstGeom prst="rect">
            <a:avLst/>
          </a:prstGeom>
        </p:spPr>
        <p:txBody>
          <a:bodyPr vert="horz" wrap="square" lIns="0" tIns="12065" rIns="0" bIns="0" rtlCol="0">
            <a:spAutoFit/>
          </a:bodyPr>
          <a:lstStyle/>
          <a:p>
            <a:pPr marL="12700">
              <a:lnSpc>
                <a:spcPct val="100000"/>
              </a:lnSpc>
              <a:spcBef>
                <a:spcPts val="95"/>
              </a:spcBef>
            </a:pPr>
            <a:r>
              <a:rPr sz="600" dirty="0">
                <a:latin typeface="Trebuchet MS"/>
                <a:cs typeface="Trebuchet MS"/>
              </a:rPr>
              <a:t>7</a:t>
            </a:r>
            <a:r>
              <a:rPr sz="600" spc="-75" dirty="0">
                <a:latin typeface="Trebuchet MS"/>
                <a:cs typeface="Trebuchet MS"/>
              </a:rPr>
              <a:t> </a:t>
            </a:r>
            <a:r>
              <a:rPr sz="600" dirty="0">
                <a:latin typeface="Trebuchet MS"/>
                <a:cs typeface="Trebuchet MS"/>
              </a:rPr>
              <a:t>/</a:t>
            </a:r>
            <a:r>
              <a:rPr sz="600" spc="-75" dirty="0">
                <a:latin typeface="Trebuchet MS"/>
                <a:cs typeface="Trebuchet MS"/>
              </a:rPr>
              <a:t> </a:t>
            </a:r>
            <a:r>
              <a:rPr sz="600" dirty="0">
                <a:latin typeface="Trebuchet MS"/>
                <a:cs typeface="Trebuchet MS"/>
              </a:rPr>
              <a:t>13</a:t>
            </a:r>
            <a:endParaRPr sz="600">
              <a:latin typeface="Trebuchet MS"/>
              <a:cs typeface="Trebuchet MS"/>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4326420" y="3341243"/>
            <a:ext cx="213995" cy="102235"/>
          </a:xfrm>
          <a:prstGeom prst="rect">
            <a:avLst/>
          </a:prstGeom>
        </p:spPr>
        <p:txBody>
          <a:bodyPr vert="horz" wrap="square" lIns="0" tIns="0" rIns="0" bIns="0" rtlCol="0">
            <a:spAutoFit/>
          </a:bodyPr>
          <a:lstStyle/>
          <a:p>
            <a:pPr marL="12700">
              <a:lnSpc>
                <a:spcPts val="675"/>
              </a:lnSpc>
            </a:pPr>
            <a:r>
              <a:rPr sz="600" dirty="0">
                <a:latin typeface="Trebuchet MS"/>
                <a:cs typeface="Trebuchet MS"/>
              </a:rPr>
              <a:t>7</a:t>
            </a:r>
            <a:r>
              <a:rPr sz="600" spc="-75" dirty="0">
                <a:latin typeface="Trebuchet MS"/>
                <a:cs typeface="Trebuchet MS"/>
              </a:rPr>
              <a:t> </a:t>
            </a:r>
            <a:r>
              <a:rPr sz="600" dirty="0">
                <a:latin typeface="Trebuchet MS"/>
                <a:cs typeface="Trebuchet MS"/>
              </a:rPr>
              <a:t>/</a:t>
            </a:r>
            <a:r>
              <a:rPr sz="600" spc="-75" dirty="0">
                <a:latin typeface="Trebuchet MS"/>
                <a:cs typeface="Trebuchet MS"/>
              </a:rPr>
              <a:t> </a:t>
            </a:r>
            <a:r>
              <a:rPr sz="600" dirty="0">
                <a:latin typeface="Trebuchet MS"/>
                <a:cs typeface="Trebuchet MS"/>
              </a:rPr>
              <a:t>13</a:t>
            </a:r>
            <a:endParaRPr sz="600">
              <a:latin typeface="Trebuchet MS"/>
              <a:cs typeface="Trebuchet MS"/>
            </a:endParaRPr>
          </a:p>
        </p:txBody>
      </p:sp>
      <p:sp>
        <p:nvSpPr>
          <p:cNvPr id="2" name="object 2"/>
          <p:cNvSpPr txBox="1"/>
          <p:nvPr/>
        </p:nvSpPr>
        <p:spPr>
          <a:xfrm>
            <a:off x="323850" y="206375"/>
            <a:ext cx="3820160" cy="2795061"/>
          </a:xfrm>
          <a:prstGeom prst="rect">
            <a:avLst/>
          </a:prstGeom>
        </p:spPr>
        <p:txBody>
          <a:bodyPr vert="horz" wrap="square" lIns="0" tIns="43180" rIns="0" bIns="0" rtlCol="0">
            <a:spAutoFit/>
          </a:bodyPr>
          <a:lstStyle/>
          <a:p>
            <a:pPr marL="314960" indent="-139065">
              <a:lnSpc>
                <a:spcPct val="100000"/>
              </a:lnSpc>
              <a:spcBef>
                <a:spcPts val="340"/>
              </a:spcBef>
              <a:buClr>
                <a:srgbClr val="3333B2"/>
              </a:buClr>
              <a:tabLst>
                <a:tab pos="315595" algn="l"/>
              </a:tabLst>
            </a:pPr>
            <a:r>
              <a:rPr lang="en-US" sz="1100" b="1" u="sng" dirty="0" smtClean="0">
                <a:latin typeface="Times New Roman" pitchFamily="18" charset="0"/>
                <a:ea typeface="+mj-ea"/>
                <a:cs typeface="Times New Roman" pitchFamily="18" charset="0"/>
              </a:rPr>
              <a:t>Keyword</a:t>
            </a:r>
            <a:r>
              <a:rPr lang="en-US" sz="1100" b="1" u="sng" dirty="0" smtClean="0">
                <a:latin typeface="Times New Roman" pitchFamily="18" charset="0"/>
                <a:ea typeface="+mj-ea"/>
                <a:cs typeface="Times New Roman" pitchFamily="18" charset="0"/>
              </a:rPr>
              <a:t>  </a:t>
            </a:r>
            <a:r>
              <a:rPr lang="en-US" sz="1100" b="1" u="sng" dirty="0" smtClean="0">
                <a:latin typeface="Times New Roman" pitchFamily="18" charset="0"/>
                <a:ea typeface="+mj-ea"/>
                <a:cs typeface="Times New Roman" pitchFamily="18" charset="0"/>
              </a:rPr>
              <a:t>Checker:</a:t>
            </a:r>
          </a:p>
          <a:p>
            <a:pPr marL="314960" marR="30480" algn="just">
              <a:lnSpc>
                <a:spcPct val="118000"/>
              </a:lnSpc>
            </a:pPr>
            <a:r>
              <a:rPr lang="en-US" sz="1100" spc="-20" dirty="0" smtClean="0">
                <a:latin typeface="Tahoma"/>
                <a:cs typeface="Tahoma"/>
              </a:rPr>
              <a:t>Some </a:t>
            </a:r>
            <a:r>
              <a:rPr lang="en-US" sz="1100" spc="-20" dirty="0">
                <a:latin typeface="Tahoma"/>
                <a:cs typeface="Tahoma"/>
              </a:rPr>
              <a:t>grammar checker software have a feature called "keyword matching for marking" that enables teachers and instructors to grade student's writing based on a list of predetermined words or phrases</a:t>
            </a:r>
            <a:r>
              <a:rPr lang="en-US" sz="1100" dirty="0"/>
              <a:t>. </a:t>
            </a:r>
            <a:endParaRPr sz="1100" dirty="0">
              <a:latin typeface="Tahoma"/>
              <a:cs typeface="Tahoma"/>
            </a:endParaRPr>
          </a:p>
          <a:p>
            <a:pPr marL="38100" marR="802005" indent="276860">
              <a:lnSpc>
                <a:spcPct val="118000"/>
              </a:lnSpc>
            </a:pPr>
            <a:r>
              <a:rPr sz="1100" b="1" spc="-55" dirty="0">
                <a:latin typeface="Arial"/>
                <a:cs typeface="Arial"/>
              </a:rPr>
              <a:t>Samp</a:t>
            </a:r>
            <a:r>
              <a:rPr sz="1100" b="1" spc="-30" dirty="0">
                <a:latin typeface="Arial"/>
                <a:cs typeface="Arial"/>
              </a:rPr>
              <a:t>l</a:t>
            </a:r>
            <a:r>
              <a:rPr sz="1100" b="1" spc="-55" dirty="0">
                <a:latin typeface="Arial"/>
                <a:cs typeface="Arial"/>
              </a:rPr>
              <a:t>eC</a:t>
            </a:r>
            <a:r>
              <a:rPr sz="1100" b="1" spc="-20" dirty="0">
                <a:latin typeface="Arial"/>
                <a:cs typeface="Arial"/>
              </a:rPr>
              <a:t>o</a:t>
            </a:r>
            <a:r>
              <a:rPr sz="1100" b="1" spc="-60" dirty="0">
                <a:latin typeface="Arial"/>
                <a:cs typeface="Arial"/>
              </a:rPr>
              <a:t>de</a:t>
            </a:r>
            <a:r>
              <a:rPr sz="1100" b="1" i="1" spc="135" dirty="0">
                <a:latin typeface="Arial"/>
                <a:cs typeface="Arial"/>
              </a:rPr>
              <a:t> </a:t>
            </a:r>
            <a:r>
              <a:rPr lang="en-US" sz="1100" b="1" i="1" spc="135" dirty="0">
                <a:latin typeface="Arial"/>
                <a:cs typeface="Arial"/>
              </a:rPr>
              <a:t>:</a:t>
            </a:r>
            <a:r>
              <a:rPr sz="1100" spc="-55" dirty="0">
                <a:latin typeface="Tahoma"/>
                <a:cs typeface="Tahoma"/>
              </a:rPr>
              <a:t>def</a:t>
            </a:r>
            <a:r>
              <a:rPr sz="1100" spc="20" dirty="0">
                <a:latin typeface="Tahoma"/>
                <a:cs typeface="Tahoma"/>
              </a:rPr>
              <a:t> </a:t>
            </a:r>
            <a:r>
              <a:rPr sz="1100" dirty="0">
                <a:latin typeface="Tahoma"/>
                <a:cs typeface="Tahoma"/>
              </a:rPr>
              <a:t>Key</a:t>
            </a:r>
            <a:r>
              <a:rPr sz="1100" spc="-30" dirty="0">
                <a:latin typeface="Tahoma"/>
                <a:cs typeface="Tahoma"/>
              </a:rPr>
              <a:t>W</a:t>
            </a:r>
            <a:r>
              <a:rPr sz="1100" spc="-90" dirty="0">
                <a:latin typeface="Tahoma"/>
                <a:cs typeface="Tahoma"/>
              </a:rPr>
              <a:t>o</a:t>
            </a:r>
            <a:r>
              <a:rPr sz="1100" spc="-15" dirty="0">
                <a:latin typeface="Tahoma"/>
                <a:cs typeface="Tahoma"/>
              </a:rPr>
              <a:t>rdmatching(X,</a:t>
            </a:r>
            <a:r>
              <a:rPr sz="1100" spc="-25" dirty="0">
                <a:latin typeface="Tahoma"/>
                <a:cs typeface="Tahoma"/>
              </a:rPr>
              <a:t>Y</a:t>
            </a:r>
            <a:r>
              <a:rPr sz="1200" i="1" spc="-82" baseline="-13888" dirty="0">
                <a:latin typeface="Trebuchet MS"/>
                <a:cs typeface="Trebuchet MS"/>
              </a:rPr>
              <a:t>l</a:t>
            </a:r>
            <a:r>
              <a:rPr sz="1200" i="1" spc="-179" baseline="-13888" dirty="0">
                <a:latin typeface="Trebuchet MS"/>
                <a:cs typeface="Trebuchet MS"/>
              </a:rPr>
              <a:t> </a:t>
            </a:r>
            <a:r>
              <a:rPr sz="1100" i="1" spc="-30" dirty="0">
                <a:latin typeface="Arial"/>
                <a:cs typeface="Arial"/>
              </a:rPr>
              <a:t>s</a:t>
            </a:r>
            <a:r>
              <a:rPr sz="1100" i="1" spc="55" dirty="0">
                <a:latin typeface="Arial"/>
                <a:cs typeface="Arial"/>
              </a:rPr>
              <a:t>t</a:t>
            </a:r>
            <a:r>
              <a:rPr sz="1100" dirty="0">
                <a:latin typeface="Tahoma"/>
                <a:cs typeface="Tahoma"/>
              </a:rPr>
              <a:t>)</a:t>
            </a:r>
            <a:r>
              <a:rPr sz="1100" spc="-40" dirty="0">
                <a:latin typeface="Tahoma"/>
                <a:cs typeface="Tahoma"/>
              </a:rPr>
              <a:t> </a:t>
            </a:r>
            <a:r>
              <a:rPr lang="en-US" sz="1100" spc="-20" dirty="0">
                <a:latin typeface="Tahoma"/>
                <a:cs typeface="Tahoma"/>
              </a:rPr>
              <a:t>def KeywordMatching(</a:t>
            </a:r>
            <a:r>
              <a:rPr lang="en-US" sz="1100" spc="-20" dirty="0" err="1">
                <a:latin typeface="Tahoma"/>
                <a:cs typeface="Tahoma"/>
              </a:rPr>
              <a:t>X,Y_list</a:t>
            </a:r>
            <a:r>
              <a:rPr lang="en-US" sz="1100" spc="-20" dirty="0">
                <a:latin typeface="Tahoma"/>
                <a:cs typeface="Tahoma"/>
              </a:rPr>
              <a:t>):</a:t>
            </a:r>
          </a:p>
          <a:p>
            <a:pPr marL="38100" marR="802005" indent="276860">
              <a:lnSpc>
                <a:spcPct val="118000"/>
              </a:lnSpc>
            </a:pPr>
            <a:r>
              <a:rPr lang="en-US" sz="1100" spc="-20" dirty="0">
                <a:latin typeface="Tahoma"/>
                <a:cs typeface="Tahoma"/>
              </a:rPr>
              <a:t> result=0</a:t>
            </a:r>
          </a:p>
          <a:p>
            <a:pPr marL="38100" marR="802005" indent="276860">
              <a:lnSpc>
                <a:spcPct val="118000"/>
              </a:lnSpc>
            </a:pPr>
            <a:r>
              <a:rPr lang="en-US" sz="1100" spc="-20" dirty="0">
                <a:latin typeface="Tahoma"/>
                <a:cs typeface="Tahoma"/>
              </a:rPr>
              <a:t> #Tokenizing X_list=</a:t>
            </a:r>
            <a:r>
              <a:rPr lang="en-US" sz="1100" spc="-20" dirty="0" err="1">
                <a:latin typeface="Tahoma"/>
                <a:cs typeface="Tahoma"/>
              </a:rPr>
              <a:t>word_tokenize</a:t>
            </a:r>
            <a:r>
              <a:rPr lang="en-US" sz="1100" spc="-20" dirty="0">
                <a:latin typeface="Tahoma"/>
                <a:cs typeface="Tahoma"/>
              </a:rPr>
              <a:t>(X) </a:t>
            </a:r>
          </a:p>
          <a:p>
            <a:pPr marL="38100" marR="802005" indent="276860">
              <a:lnSpc>
                <a:spcPct val="118000"/>
              </a:lnSpc>
            </a:pPr>
            <a:r>
              <a:rPr lang="en-US" sz="1100" spc="-20" dirty="0">
                <a:latin typeface="Tahoma"/>
                <a:cs typeface="Tahoma"/>
              </a:rPr>
              <a:t>#List for </a:t>
            </a:r>
            <a:r>
              <a:rPr lang="en-US" sz="1100" spc="-20" dirty="0" err="1">
                <a:latin typeface="Tahoma"/>
                <a:cs typeface="Tahoma"/>
              </a:rPr>
              <a:t>stopwords</a:t>
            </a:r>
            <a:r>
              <a:rPr lang="en-US" sz="1100" spc="-20" dirty="0">
                <a:latin typeface="Tahoma"/>
                <a:cs typeface="Tahoma"/>
              </a:rPr>
              <a:t> </a:t>
            </a:r>
            <a:r>
              <a:rPr lang="en-US" sz="1100" spc="-20" dirty="0" err="1">
                <a:latin typeface="Tahoma"/>
                <a:cs typeface="Tahoma"/>
              </a:rPr>
              <a:t>sw</a:t>
            </a:r>
            <a:r>
              <a:rPr lang="en-US" sz="1100" spc="-20" dirty="0">
                <a:latin typeface="Tahoma"/>
                <a:cs typeface="Tahoma"/>
              </a:rPr>
              <a:t>=</a:t>
            </a:r>
            <a:r>
              <a:rPr lang="en-US" sz="1100" spc="-20" dirty="0" err="1">
                <a:latin typeface="Tahoma"/>
                <a:cs typeface="Tahoma"/>
              </a:rPr>
              <a:t>stopwords.words</a:t>
            </a:r>
            <a:r>
              <a:rPr lang="en-US" sz="1100" spc="-20" dirty="0">
                <a:latin typeface="Tahoma"/>
                <a:cs typeface="Tahoma"/>
              </a:rPr>
              <a:t>(‘</a:t>
            </a:r>
            <a:r>
              <a:rPr lang="en-US" sz="1100" spc="-20" dirty="0" err="1">
                <a:latin typeface="Tahoma"/>
                <a:cs typeface="Tahoma"/>
              </a:rPr>
              <a:t>english</a:t>
            </a:r>
            <a:r>
              <a:rPr lang="en-US" sz="1100" spc="-20" dirty="0">
                <a:latin typeface="Tahoma"/>
                <a:cs typeface="Tahoma"/>
              </a:rPr>
              <a:t>’) </a:t>
            </a:r>
          </a:p>
          <a:p>
            <a:pPr marL="38100" marR="802005" indent="276860">
              <a:lnSpc>
                <a:spcPct val="118000"/>
              </a:lnSpc>
            </a:pPr>
            <a:r>
              <a:rPr lang="en-US" sz="1100" spc="-20" dirty="0">
                <a:latin typeface="Tahoma"/>
                <a:cs typeface="Tahoma"/>
              </a:rPr>
              <a:t>l1=[]</a:t>
            </a:r>
          </a:p>
          <a:p>
            <a:pPr marL="38100" marR="802005" indent="276860">
              <a:lnSpc>
                <a:spcPct val="118000"/>
              </a:lnSpc>
            </a:pPr>
            <a:r>
              <a:rPr lang="en-US" sz="1100" spc="-20" dirty="0">
                <a:latin typeface="Tahoma"/>
                <a:cs typeface="Tahoma"/>
              </a:rPr>
              <a:t> l2=[] </a:t>
            </a:r>
          </a:p>
          <a:p>
            <a:pPr marL="38100" marR="802005" indent="276860">
              <a:lnSpc>
                <a:spcPct val="118000"/>
              </a:lnSpc>
            </a:pPr>
            <a:r>
              <a:rPr lang="en-US" sz="1100" spc="-20" dirty="0">
                <a:latin typeface="Tahoma"/>
                <a:cs typeface="Tahoma"/>
              </a:rPr>
              <a:t>#remove </a:t>
            </a:r>
            <a:r>
              <a:rPr lang="en-US" sz="1100" spc="-20" dirty="0" err="1">
                <a:latin typeface="Tahoma"/>
                <a:cs typeface="Tahoma"/>
              </a:rPr>
              <a:t>stopwords</a:t>
            </a:r>
            <a:r>
              <a:rPr lang="en-US" sz="1100" spc="-20" dirty="0">
                <a:latin typeface="Tahoma"/>
                <a:cs typeface="Tahoma"/>
              </a:rPr>
              <a:t> from </a:t>
            </a:r>
            <a:r>
              <a:rPr lang="en-US" sz="1100" spc="-20" dirty="0" err="1">
                <a:latin typeface="Tahoma"/>
                <a:cs typeface="Tahoma"/>
              </a:rPr>
              <a:t>X_list</a:t>
            </a:r>
            <a:endParaRPr sz="1100" spc="-20" dirty="0">
              <a:latin typeface="Tahoma"/>
              <a:cs typeface="Tahoma"/>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545935AD-1DE3-B6ED-DC98-7FDF34466153}"/>
              </a:ext>
            </a:extLst>
          </p:cNvPr>
          <p:cNvSpPr txBox="1"/>
          <p:nvPr/>
        </p:nvSpPr>
        <p:spPr>
          <a:xfrm>
            <a:off x="552450" y="358775"/>
            <a:ext cx="3200400" cy="2970044"/>
          </a:xfrm>
          <a:prstGeom prst="rect">
            <a:avLst/>
          </a:prstGeom>
          <a:noFill/>
        </p:spPr>
        <p:txBody>
          <a:bodyPr wrap="square">
            <a:spAutoFit/>
          </a:bodyPr>
          <a:lstStyle/>
          <a:p>
            <a:pPr marL="38100"/>
            <a:r>
              <a:rPr lang="en-US" sz="1000" dirty="0" err="1"/>
              <a:t>X</a:t>
            </a:r>
            <a:r>
              <a:rPr lang="en-US" sz="1100" spc="-45" dirty="0" err="1">
                <a:latin typeface="Tahoma"/>
                <a:cs typeface="Tahoma"/>
              </a:rPr>
              <a:t>_set</a:t>
            </a:r>
            <a:r>
              <a:rPr lang="en-US" sz="1100" spc="-45" dirty="0">
                <a:latin typeface="Tahoma"/>
                <a:cs typeface="Tahoma"/>
              </a:rPr>
              <a:t>={w for w in </a:t>
            </a:r>
            <a:r>
              <a:rPr lang="en-US" sz="1100" spc="-45" dirty="0" err="1">
                <a:latin typeface="Tahoma"/>
                <a:cs typeface="Tahoma"/>
              </a:rPr>
              <a:t>X_list</a:t>
            </a:r>
            <a:r>
              <a:rPr lang="en-US" sz="1100" spc="-45" dirty="0">
                <a:latin typeface="Tahoma"/>
                <a:cs typeface="Tahoma"/>
              </a:rPr>
              <a:t> if not w in </a:t>
            </a:r>
            <a:r>
              <a:rPr lang="en-US" sz="1100" spc="-45" dirty="0" err="1">
                <a:latin typeface="Tahoma"/>
                <a:cs typeface="Tahoma"/>
              </a:rPr>
              <a:t>sw</a:t>
            </a:r>
            <a:r>
              <a:rPr lang="en-US" sz="1100" spc="-45" dirty="0">
                <a:latin typeface="Tahoma"/>
                <a:cs typeface="Tahoma"/>
              </a:rPr>
              <a:t>} </a:t>
            </a:r>
          </a:p>
          <a:p>
            <a:pPr marL="38100"/>
            <a:r>
              <a:rPr lang="en-US" sz="1100" spc="-45" dirty="0">
                <a:latin typeface="Tahoma"/>
                <a:cs typeface="Tahoma"/>
              </a:rPr>
              <a:t>#For </a:t>
            </a:r>
            <a:r>
              <a:rPr lang="en-US" sz="1100" spc="-45" dirty="0" err="1">
                <a:latin typeface="Tahoma"/>
                <a:cs typeface="Tahoma"/>
              </a:rPr>
              <a:t>Y_list</a:t>
            </a:r>
            <a:r>
              <a:rPr lang="en-US" sz="1100" spc="-45" dirty="0">
                <a:latin typeface="Tahoma"/>
                <a:cs typeface="Tahoma"/>
              </a:rPr>
              <a:t> for Y in </a:t>
            </a:r>
            <a:r>
              <a:rPr lang="en-US" sz="1100" spc="-45" dirty="0" err="1">
                <a:latin typeface="Tahoma"/>
                <a:cs typeface="Tahoma"/>
              </a:rPr>
              <a:t>Y_lst</a:t>
            </a:r>
            <a:r>
              <a:rPr lang="en-US" sz="1100" spc="-45" dirty="0">
                <a:latin typeface="Tahoma"/>
                <a:cs typeface="Tahoma"/>
              </a:rPr>
              <a:t>: </a:t>
            </a:r>
          </a:p>
          <a:p>
            <a:pPr marL="38100"/>
            <a:r>
              <a:rPr lang="en-US" sz="1100" spc="-45" dirty="0" err="1">
                <a:latin typeface="Tahoma"/>
                <a:cs typeface="Tahoma"/>
              </a:rPr>
              <a:t>Y_list</a:t>
            </a:r>
            <a:r>
              <a:rPr lang="en-US" sz="1100" spc="-45" dirty="0">
                <a:latin typeface="Tahoma"/>
                <a:cs typeface="Tahoma"/>
              </a:rPr>
              <a:t>=</a:t>
            </a:r>
            <a:r>
              <a:rPr lang="en-US" sz="1100" spc="-45" dirty="0" err="1">
                <a:latin typeface="Tahoma"/>
                <a:cs typeface="Tahoma"/>
              </a:rPr>
              <a:t>word_tokenize</a:t>
            </a:r>
            <a:r>
              <a:rPr lang="en-US" sz="1100" spc="-45" dirty="0">
                <a:latin typeface="Tahoma"/>
                <a:cs typeface="Tahoma"/>
              </a:rPr>
              <a:t>(Y)</a:t>
            </a:r>
          </a:p>
          <a:p>
            <a:pPr marL="38100"/>
            <a:r>
              <a:rPr lang="en-US" sz="1100" spc="-45" dirty="0">
                <a:latin typeface="Tahoma"/>
                <a:cs typeface="Tahoma"/>
              </a:rPr>
              <a:t> </a:t>
            </a:r>
            <a:r>
              <a:rPr lang="en-US" sz="1100" spc="-45" dirty="0" err="1">
                <a:latin typeface="Tahoma"/>
                <a:cs typeface="Tahoma"/>
              </a:rPr>
              <a:t>Y_set</a:t>
            </a:r>
            <a:r>
              <a:rPr lang="en-US" sz="1100" spc="-45" dirty="0">
                <a:latin typeface="Tahoma"/>
                <a:cs typeface="Tahoma"/>
              </a:rPr>
              <a:t>={w for w in </a:t>
            </a:r>
            <a:r>
              <a:rPr lang="en-US" sz="1100" spc="-45" dirty="0" err="1">
                <a:latin typeface="Tahoma"/>
                <a:cs typeface="Tahoma"/>
              </a:rPr>
              <a:t>Y_list</a:t>
            </a:r>
            <a:r>
              <a:rPr lang="en-US" sz="1100" spc="-45" dirty="0">
                <a:latin typeface="Tahoma"/>
                <a:cs typeface="Tahoma"/>
              </a:rPr>
              <a:t> if not w in </a:t>
            </a:r>
            <a:r>
              <a:rPr lang="en-US" sz="1100" spc="-45" dirty="0" err="1">
                <a:latin typeface="Tahoma"/>
                <a:cs typeface="Tahoma"/>
              </a:rPr>
              <a:t>sw</a:t>
            </a:r>
            <a:r>
              <a:rPr lang="en-US" sz="1100" spc="-45" dirty="0">
                <a:latin typeface="Tahoma"/>
                <a:cs typeface="Tahoma"/>
              </a:rPr>
              <a:t>} </a:t>
            </a:r>
          </a:p>
          <a:p>
            <a:pPr marL="38100"/>
            <a:r>
              <a:rPr lang="en-US" sz="1100" spc="-45" dirty="0">
                <a:latin typeface="Tahoma"/>
                <a:cs typeface="Tahoma"/>
              </a:rPr>
              <a:t>#form a set containing both sets: </a:t>
            </a:r>
            <a:r>
              <a:rPr lang="en-US" sz="1100" spc="-45" dirty="0" err="1">
                <a:latin typeface="Tahoma"/>
                <a:cs typeface="Tahoma"/>
              </a:rPr>
              <a:t>rvector</a:t>
            </a:r>
            <a:r>
              <a:rPr lang="en-US" sz="1100" spc="-45" dirty="0">
                <a:latin typeface="Tahoma"/>
                <a:cs typeface="Tahoma"/>
              </a:rPr>
              <a:t>=</a:t>
            </a:r>
            <a:r>
              <a:rPr lang="en-US" sz="1100" spc="-45" dirty="0" err="1">
                <a:latin typeface="Tahoma"/>
                <a:cs typeface="Tahoma"/>
              </a:rPr>
              <a:t>X_set.union</a:t>
            </a:r>
            <a:r>
              <a:rPr lang="en-US" sz="1100" spc="-45" dirty="0">
                <a:latin typeface="Tahoma"/>
                <a:cs typeface="Tahoma"/>
              </a:rPr>
              <a:t>(</a:t>
            </a:r>
            <a:r>
              <a:rPr lang="en-US" sz="1100" spc="-45" dirty="0" err="1">
                <a:latin typeface="Tahoma"/>
                <a:cs typeface="Tahoma"/>
              </a:rPr>
              <a:t>Y_set</a:t>
            </a:r>
            <a:r>
              <a:rPr lang="en-US" sz="1100" spc="-45" dirty="0">
                <a:latin typeface="Tahoma"/>
                <a:cs typeface="Tahoma"/>
              </a:rPr>
              <a:t>) </a:t>
            </a:r>
          </a:p>
          <a:p>
            <a:pPr marL="38100"/>
            <a:r>
              <a:rPr lang="en-US" sz="1100" spc="-45" dirty="0">
                <a:latin typeface="Tahoma"/>
                <a:cs typeface="Tahoma"/>
              </a:rPr>
              <a:t>#Preparing two vectors for cosine similarity for w in </a:t>
            </a:r>
            <a:r>
              <a:rPr lang="en-US" sz="1100" spc="-45" dirty="0" err="1">
                <a:latin typeface="Tahoma"/>
                <a:cs typeface="Tahoma"/>
              </a:rPr>
              <a:t>rvector</a:t>
            </a:r>
            <a:r>
              <a:rPr lang="en-US" sz="1100" spc="-45" dirty="0">
                <a:latin typeface="Tahoma"/>
                <a:cs typeface="Tahoma"/>
              </a:rPr>
              <a:t>:</a:t>
            </a:r>
          </a:p>
          <a:p>
            <a:pPr marL="38100"/>
            <a:r>
              <a:rPr lang="en-US" sz="1100" spc="-45" dirty="0">
                <a:latin typeface="Tahoma"/>
                <a:cs typeface="Tahoma"/>
              </a:rPr>
              <a:t> if w in </a:t>
            </a:r>
            <a:r>
              <a:rPr lang="en-US" sz="1100" spc="-45" dirty="0" err="1">
                <a:latin typeface="Tahoma"/>
                <a:cs typeface="Tahoma"/>
              </a:rPr>
              <a:t>X_set</a:t>
            </a:r>
            <a:r>
              <a:rPr lang="en-US" sz="1100" spc="-45" dirty="0">
                <a:latin typeface="Tahoma"/>
                <a:cs typeface="Tahoma"/>
              </a:rPr>
              <a:t>: </a:t>
            </a:r>
          </a:p>
          <a:p>
            <a:pPr marL="38100"/>
            <a:r>
              <a:rPr lang="en-US" sz="1100" spc="-45" dirty="0">
                <a:latin typeface="Tahoma"/>
                <a:cs typeface="Tahoma"/>
              </a:rPr>
              <a:t>l1.append(1)</a:t>
            </a:r>
          </a:p>
          <a:p>
            <a:pPr marL="38100"/>
            <a:r>
              <a:rPr lang="en-US" sz="1100" spc="-45" dirty="0">
                <a:latin typeface="Tahoma"/>
                <a:cs typeface="Tahoma"/>
              </a:rPr>
              <a:t> else: </a:t>
            </a:r>
          </a:p>
          <a:p>
            <a:pPr marL="38100"/>
            <a:r>
              <a:rPr lang="en-US" sz="1100" spc="-45" dirty="0">
                <a:latin typeface="Tahoma"/>
                <a:cs typeface="Tahoma"/>
              </a:rPr>
              <a:t>l1.append(0)</a:t>
            </a:r>
          </a:p>
          <a:p>
            <a:pPr marL="38100"/>
            <a:r>
              <a:rPr lang="en-US" sz="1100" spc="-45" dirty="0">
                <a:latin typeface="Tahoma"/>
                <a:cs typeface="Tahoma"/>
              </a:rPr>
              <a:t> if w in </a:t>
            </a:r>
            <a:r>
              <a:rPr lang="en-US" sz="1100" spc="-45" dirty="0" err="1">
                <a:latin typeface="Tahoma"/>
                <a:cs typeface="Tahoma"/>
              </a:rPr>
              <a:t>Y_set</a:t>
            </a:r>
            <a:r>
              <a:rPr lang="en-US" sz="1100" spc="-45" dirty="0">
                <a:latin typeface="Tahoma"/>
                <a:cs typeface="Tahoma"/>
              </a:rPr>
              <a:t>: </a:t>
            </a:r>
          </a:p>
          <a:p>
            <a:pPr marL="38100"/>
            <a:r>
              <a:rPr lang="en-US" sz="1100" spc="-45" dirty="0">
                <a:latin typeface="Tahoma"/>
                <a:cs typeface="Tahoma"/>
              </a:rPr>
              <a:t>l2.append(1)</a:t>
            </a:r>
          </a:p>
          <a:p>
            <a:pPr marL="38100"/>
            <a:r>
              <a:rPr lang="en-US" sz="1100" spc="-45" dirty="0">
                <a:latin typeface="Tahoma"/>
                <a:cs typeface="Tahoma"/>
              </a:rPr>
              <a:t> else:</a:t>
            </a:r>
          </a:p>
          <a:p>
            <a:pPr marL="38100"/>
            <a:r>
              <a:rPr lang="en-US" sz="1100" spc="-45" dirty="0">
                <a:latin typeface="Tahoma"/>
                <a:cs typeface="Tahoma"/>
              </a:rPr>
              <a:t> l2.append(0) </a:t>
            </a:r>
          </a:p>
          <a:p>
            <a:pPr marL="38100"/>
            <a:r>
              <a:rPr lang="en-US" sz="1100" spc="-45" dirty="0">
                <a:latin typeface="Tahoma"/>
                <a:cs typeface="Tahoma"/>
              </a:rPr>
              <a:t>c=0</a:t>
            </a:r>
          </a:p>
        </p:txBody>
      </p:sp>
    </p:spTree>
    <p:extLst>
      <p:ext uri="{BB962C8B-B14F-4D97-AF65-F5344CB8AC3E}">
        <p14:creationId xmlns:p14="http://schemas.microsoft.com/office/powerpoint/2010/main" xmlns="" val="1348585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4A8887B5-B9DC-4C8A-94C4-886A0C3622B7}"/>
              </a:ext>
            </a:extLst>
          </p:cNvPr>
          <p:cNvSpPr txBox="1"/>
          <p:nvPr/>
        </p:nvSpPr>
        <p:spPr>
          <a:xfrm>
            <a:off x="704850" y="414630"/>
            <a:ext cx="2819400" cy="2631490"/>
          </a:xfrm>
          <a:prstGeom prst="rect">
            <a:avLst/>
          </a:prstGeom>
          <a:noFill/>
        </p:spPr>
        <p:txBody>
          <a:bodyPr wrap="square">
            <a:spAutoFit/>
          </a:bodyPr>
          <a:lstStyle/>
          <a:p>
            <a:r>
              <a:rPr lang="en-US" sz="900" dirty="0"/>
              <a:t>#</a:t>
            </a:r>
            <a:r>
              <a:rPr lang="en-US" sz="1100" spc="-20" dirty="0">
                <a:latin typeface="Tahoma"/>
                <a:cs typeface="Tahoma"/>
              </a:rPr>
              <a:t>using cosine formula for similarity </a:t>
            </a:r>
          </a:p>
          <a:p>
            <a:r>
              <a:rPr lang="en-US" sz="1100" spc="-20" dirty="0">
                <a:latin typeface="Tahoma"/>
                <a:cs typeface="Tahoma"/>
              </a:rPr>
              <a:t>for </a:t>
            </a:r>
            <a:r>
              <a:rPr lang="en-US" sz="1100" spc="-20" dirty="0" err="1">
                <a:latin typeface="Tahoma"/>
                <a:cs typeface="Tahoma"/>
              </a:rPr>
              <a:t>i</a:t>
            </a:r>
            <a:r>
              <a:rPr lang="en-US" sz="1100" spc="-20" dirty="0">
                <a:latin typeface="Tahoma"/>
                <a:cs typeface="Tahoma"/>
              </a:rPr>
              <a:t> in range(len(</a:t>
            </a:r>
            <a:r>
              <a:rPr lang="en-US" sz="1100" spc="-20" dirty="0" err="1">
                <a:latin typeface="Tahoma"/>
                <a:cs typeface="Tahoma"/>
              </a:rPr>
              <a:t>rvector</a:t>
            </a:r>
            <a:r>
              <a:rPr lang="en-US" sz="1100" spc="-20" dirty="0">
                <a:latin typeface="Tahoma"/>
                <a:cs typeface="Tahoma"/>
              </a:rPr>
              <a:t>)): c+=l1[</a:t>
            </a:r>
            <a:r>
              <a:rPr lang="en-US" sz="1100" spc="-20" dirty="0" err="1">
                <a:latin typeface="Tahoma"/>
                <a:cs typeface="Tahoma"/>
              </a:rPr>
              <a:t>i</a:t>
            </a:r>
            <a:r>
              <a:rPr lang="en-US" sz="1100" spc="-20" dirty="0">
                <a:latin typeface="Tahoma"/>
                <a:cs typeface="Tahoma"/>
              </a:rPr>
              <a:t>]*l2[</a:t>
            </a:r>
            <a:r>
              <a:rPr lang="en-US" sz="1100" spc="-20" dirty="0" err="1">
                <a:latin typeface="Tahoma"/>
                <a:cs typeface="Tahoma"/>
              </a:rPr>
              <a:t>i</a:t>
            </a:r>
            <a:r>
              <a:rPr lang="en-US" sz="1100" spc="-20" dirty="0">
                <a:latin typeface="Tahoma"/>
                <a:cs typeface="Tahoma"/>
              </a:rPr>
              <a:t>] </a:t>
            </a:r>
          </a:p>
          <a:p>
            <a:r>
              <a:rPr lang="en-US" sz="1100" spc="-20" dirty="0">
                <a:latin typeface="Tahoma"/>
                <a:cs typeface="Tahoma"/>
              </a:rPr>
              <a:t>#formula </a:t>
            </a:r>
          </a:p>
          <a:p>
            <a:r>
              <a:rPr lang="en-US" sz="1100" spc="-20" dirty="0">
                <a:latin typeface="Tahoma"/>
                <a:cs typeface="Tahoma"/>
              </a:rPr>
              <a:t>#c/sqrt(sum(l1)*sum(l2)) </a:t>
            </a:r>
          </a:p>
          <a:p>
            <a:r>
              <a:rPr lang="en-US" sz="1100" spc="-20" dirty="0">
                <a:latin typeface="Tahoma"/>
                <a:cs typeface="Tahoma"/>
              </a:rPr>
              <a:t>#Using mathematical equation cosine=c/float((sum(l1)*sum(l2))**0.5)</a:t>
            </a:r>
          </a:p>
          <a:p>
            <a:r>
              <a:rPr lang="en-US" sz="1100" spc="-20" dirty="0">
                <a:latin typeface="Tahoma"/>
                <a:cs typeface="Tahoma"/>
              </a:rPr>
              <a:t>cosine=cosine*100 </a:t>
            </a:r>
          </a:p>
          <a:p>
            <a:r>
              <a:rPr lang="en-US" sz="1100" spc="-20" dirty="0">
                <a:latin typeface="Tahoma"/>
                <a:cs typeface="Tahoma"/>
              </a:rPr>
              <a:t>result += cosine</a:t>
            </a:r>
          </a:p>
          <a:p>
            <a:r>
              <a:rPr lang="en-US" sz="1100" spc="-20" dirty="0">
                <a:latin typeface="Tahoma"/>
                <a:cs typeface="Tahoma"/>
              </a:rPr>
              <a:t>cosine=result/3</a:t>
            </a:r>
          </a:p>
          <a:p>
            <a:r>
              <a:rPr lang="en-US" sz="1100" spc="-20" dirty="0">
                <a:latin typeface="Tahoma"/>
                <a:cs typeface="Tahoma"/>
              </a:rPr>
              <a:t>if cosine&gt;90:return 1</a:t>
            </a:r>
          </a:p>
          <a:p>
            <a:r>
              <a:rPr lang="en-US" sz="1100" dirty="0"/>
              <a:t>if </a:t>
            </a:r>
            <a:r>
              <a:rPr lang="en-US" sz="1100" spc="-20" dirty="0">
                <a:latin typeface="Tahoma"/>
                <a:cs typeface="Tahoma"/>
              </a:rPr>
              <a:t>cosine&gt;80: return 2 </a:t>
            </a:r>
          </a:p>
          <a:p>
            <a:r>
              <a:rPr lang="en-US" sz="1100" spc="-20" dirty="0">
                <a:latin typeface="Tahoma"/>
                <a:cs typeface="Tahoma"/>
              </a:rPr>
              <a:t>if cosine&gt;60: return 3</a:t>
            </a:r>
          </a:p>
          <a:p>
            <a:r>
              <a:rPr lang="en-US" sz="1100" spc="-20" dirty="0">
                <a:latin typeface="Tahoma"/>
                <a:cs typeface="Tahoma"/>
              </a:rPr>
              <a:t>if cosine&gt;40: return 4 </a:t>
            </a:r>
          </a:p>
          <a:p>
            <a:r>
              <a:rPr lang="en-US" sz="1100" spc="-20" dirty="0">
                <a:latin typeface="Tahoma"/>
                <a:cs typeface="Tahoma"/>
              </a:rPr>
              <a:t>if cosine &gt;20: return 5 </a:t>
            </a:r>
          </a:p>
          <a:p>
            <a:r>
              <a:rPr lang="en-US" sz="1100" spc="-20" dirty="0">
                <a:latin typeface="Tahoma"/>
                <a:cs typeface="Tahoma"/>
              </a:rPr>
              <a:t>return 6</a:t>
            </a:r>
          </a:p>
        </p:txBody>
      </p:sp>
    </p:spTree>
    <p:extLst>
      <p:ext uri="{BB962C8B-B14F-4D97-AF65-F5344CB8AC3E}">
        <p14:creationId xmlns:p14="http://schemas.microsoft.com/office/powerpoint/2010/main" xmlns="" val="1836632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7651" y="434976"/>
            <a:ext cx="1219200" cy="169277"/>
          </a:xfrm>
        </p:spPr>
        <p:txBody>
          <a:bodyPr/>
          <a:lstStyle/>
          <a:p>
            <a:r>
              <a:rPr lang="en-IN" dirty="0"/>
              <a:t> </a:t>
            </a:r>
            <a:r>
              <a:rPr lang="en-US" b="1" u="sng" dirty="0">
                <a:latin typeface="Times New Roman" pitchFamily="18" charset="0"/>
                <a:cs typeface="Times New Roman" pitchFamily="18" charset="0"/>
              </a:rPr>
              <a:t>Similarity checking</a:t>
            </a:r>
            <a:endParaRPr lang="en-IN" b="1" u="sng" dirty="0">
              <a:latin typeface="Times New Roman" pitchFamily="18" charset="0"/>
              <a:cs typeface="Times New Roman" pitchFamily="18" charset="0"/>
            </a:endParaRPr>
          </a:p>
        </p:txBody>
      </p:sp>
      <p:sp>
        <p:nvSpPr>
          <p:cNvPr id="3" name="Subtitle 2"/>
          <p:cNvSpPr>
            <a:spLocks noGrp="1"/>
          </p:cNvSpPr>
          <p:nvPr>
            <p:ph type="subTitle" idx="4"/>
          </p:nvPr>
        </p:nvSpPr>
        <p:spPr>
          <a:xfrm>
            <a:off x="171450" y="663575"/>
            <a:ext cx="4191000" cy="2385268"/>
          </a:xfrm>
        </p:spPr>
        <p:txBody>
          <a:bodyPr/>
          <a:lstStyle/>
          <a:p>
            <a:r>
              <a:rPr lang="en-IN" sz="1000" dirty="0"/>
              <a:t>class </a:t>
            </a:r>
            <a:r>
              <a:rPr lang="en-IN" sz="1000" dirty="0" err="1"/>
              <a:t>AnsSim</a:t>
            </a:r>
            <a:r>
              <a:rPr lang="en-IN" sz="1000" dirty="0"/>
              <a:t>:</a:t>
            </a:r>
          </a:p>
          <a:p>
            <a:r>
              <a:rPr lang="en-IN" sz="1000" dirty="0" err="1"/>
              <a:t>def__init</a:t>
            </a:r>
            <a:r>
              <a:rPr lang="en-IN" sz="1000" dirty="0"/>
              <a:t>__(self,w2v_model,stopwords=None):</a:t>
            </a:r>
          </a:p>
          <a:p>
            <a:r>
              <a:rPr lang="en-IN" sz="1000" dirty="0"/>
              <a:t>    self.w2v=w2v_model</a:t>
            </a:r>
          </a:p>
          <a:p>
            <a:r>
              <a:rPr lang="en-IN" sz="1000" dirty="0"/>
              <a:t>    </a:t>
            </a:r>
            <a:r>
              <a:rPr lang="en-IN" sz="1000" dirty="0" err="1"/>
              <a:t>self.sw</a:t>
            </a:r>
            <a:r>
              <a:rPr lang="en-IN" sz="1000" dirty="0"/>
              <a:t>=</a:t>
            </a:r>
            <a:r>
              <a:rPr lang="en-IN" sz="1000" dirty="0" err="1"/>
              <a:t>stopwords</a:t>
            </a:r>
            <a:r>
              <a:rPr lang="en-IN" sz="1000" dirty="0"/>
              <a:t> if </a:t>
            </a:r>
            <a:r>
              <a:rPr lang="en-IN" sz="1000" dirty="0" err="1"/>
              <a:t>stopwords</a:t>
            </a:r>
            <a:r>
              <a:rPr lang="en-IN" sz="1000" dirty="0"/>
              <a:t> is not None []</a:t>
            </a:r>
          </a:p>
          <a:p>
            <a:r>
              <a:rPr lang="en-IN" sz="1000" dirty="0"/>
              <a:t> </a:t>
            </a:r>
          </a:p>
          <a:p>
            <a:r>
              <a:rPr lang="en-IN" sz="1000" dirty="0"/>
              <a:t>def </a:t>
            </a:r>
            <a:r>
              <a:rPr lang="en-IN" sz="1000" dirty="0" err="1"/>
              <a:t>vectorize</a:t>
            </a:r>
            <a:r>
              <a:rPr lang="en-IN" sz="1000" dirty="0"/>
              <a:t>(</a:t>
            </a:r>
            <a:r>
              <a:rPr lang="en-IN" sz="1000" dirty="0" err="1"/>
              <a:t>self,ans:str</a:t>
            </a:r>
            <a:r>
              <a:rPr lang="en-IN" sz="1000" dirty="0"/>
              <a:t>) -&gt; </a:t>
            </a:r>
            <a:r>
              <a:rPr lang="en-IN" sz="1000" dirty="0" err="1"/>
              <a:t>np.ndarray</a:t>
            </a:r>
            <a:r>
              <a:rPr lang="en-IN" sz="1000" dirty="0"/>
              <a:t>:</a:t>
            </a:r>
          </a:p>
          <a:p>
            <a:r>
              <a:rPr lang="en-IN" sz="1000" dirty="0"/>
              <a:t>#Identify vector values for each word in the given Answer</a:t>
            </a:r>
          </a:p>
          <a:p>
            <a:r>
              <a:rPr lang="en-IN" sz="1000" dirty="0"/>
              <a:t>#</a:t>
            </a:r>
            <a:r>
              <a:rPr lang="en-IN" sz="1000" dirty="0" err="1"/>
              <a:t>Param</a:t>
            </a:r>
            <a:r>
              <a:rPr lang="en-IN" sz="1000" dirty="0"/>
              <a:t> </a:t>
            </a:r>
            <a:r>
              <a:rPr lang="en-IN" sz="1000" dirty="0" err="1"/>
              <a:t>Ans</a:t>
            </a:r>
            <a:endParaRPr lang="en-IN" sz="1000" dirty="0"/>
          </a:p>
          <a:p>
            <a:r>
              <a:rPr lang="en-IN" sz="1000" dirty="0"/>
              <a:t>#return result</a:t>
            </a:r>
          </a:p>
          <a:p>
            <a:r>
              <a:rPr lang="en-IN" sz="1000" dirty="0"/>
              <a:t> </a:t>
            </a:r>
          </a:p>
          <a:p>
            <a:r>
              <a:rPr lang="en-IN" sz="1000" dirty="0"/>
              <a:t>    </a:t>
            </a:r>
            <a:r>
              <a:rPr lang="en-IN" sz="1000" dirty="0" err="1"/>
              <a:t>ans</a:t>
            </a:r>
            <a:r>
              <a:rPr lang="en-IN" sz="1000" dirty="0"/>
              <a:t>=</a:t>
            </a:r>
            <a:r>
              <a:rPr lang="en-IN" sz="1000" dirty="0" err="1"/>
              <a:t>ans.lower</a:t>
            </a:r>
            <a:r>
              <a:rPr lang="en-IN" sz="1000" dirty="0"/>
              <a:t>()</a:t>
            </a:r>
          </a:p>
          <a:p>
            <a:r>
              <a:rPr lang="en-IN" sz="1000" dirty="0"/>
              <a:t>   words=[w for w in </a:t>
            </a:r>
            <a:r>
              <a:rPr lang="en-IN" sz="1000" dirty="0" err="1"/>
              <a:t>ans.split</a:t>
            </a:r>
            <a:r>
              <a:rPr lang="en-IN" sz="1000" dirty="0"/>
              <a:t>(“ “) if w not in </a:t>
            </a:r>
            <a:r>
              <a:rPr lang="en-IN" sz="1000" dirty="0" err="1"/>
              <a:t>self.sw</a:t>
            </a:r>
            <a:r>
              <a:rPr lang="en-IN" sz="1000" dirty="0"/>
              <a:t>]</a:t>
            </a:r>
          </a:p>
          <a:p>
            <a:r>
              <a:rPr lang="en-IN" sz="1000" dirty="0"/>
              <a:t>    </a:t>
            </a:r>
            <a:r>
              <a:rPr lang="en-IN" sz="1000" dirty="0" err="1"/>
              <a:t>word_vcts</a:t>
            </a:r>
            <a:r>
              <a:rPr lang="en-IN" sz="1000" dirty="0"/>
              <a:t>=[]</a:t>
            </a:r>
          </a:p>
          <a:p>
            <a:r>
              <a:rPr lang="en-IN" sz="1000" dirty="0"/>
              <a:t>    for word  in words:</a:t>
            </a:r>
          </a:p>
          <a:p>
            <a:r>
              <a:rPr lang="en-IN" sz="1000" dirty="0"/>
              <a:t>         try:</a:t>
            </a:r>
          </a:p>
          <a:p>
            <a:r>
              <a:rPr lang="en-IN" sz="500"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subTitle" idx="4"/>
          </p:nvPr>
        </p:nvSpPr>
        <p:spPr>
          <a:xfrm>
            <a:off x="171450" y="434975"/>
            <a:ext cx="3746500" cy="3139321"/>
          </a:xfrm>
        </p:spPr>
        <p:txBody>
          <a:bodyPr/>
          <a:lstStyle/>
          <a:p>
            <a:r>
              <a:rPr lang="en-IN" sz="1800" dirty="0"/>
              <a:t> </a:t>
            </a:r>
            <a:r>
              <a:rPr lang="en-IN" sz="1000" dirty="0"/>
              <a:t>v=self.w2v[word]</a:t>
            </a:r>
          </a:p>
          <a:p>
            <a:r>
              <a:rPr lang="en-IN" sz="1000" dirty="0" err="1"/>
              <a:t>word_vcts.append</a:t>
            </a:r>
            <a:r>
              <a:rPr lang="en-IN" sz="1000" dirty="0"/>
              <a:t>(v)</a:t>
            </a:r>
          </a:p>
          <a:p>
            <a:r>
              <a:rPr lang="en-IN" sz="1000" dirty="0"/>
              <a:t>        except:</a:t>
            </a:r>
          </a:p>
          <a:p>
            <a:r>
              <a:rPr lang="en-IN" sz="1000" dirty="0"/>
              <a:t>#Ignore if word does not exist in the vocabulary</a:t>
            </a:r>
          </a:p>
          <a:p>
            <a:r>
              <a:rPr lang="en-IN" sz="1000" dirty="0"/>
              <a:t>    </a:t>
            </a:r>
            <a:r>
              <a:rPr lang="en-IN" sz="1000" dirty="0" err="1"/>
              <a:t>vct</a:t>
            </a:r>
            <a:r>
              <a:rPr lang="en-IN" sz="1000" dirty="0"/>
              <a:t> = </a:t>
            </a:r>
            <a:r>
              <a:rPr lang="en-IN" sz="1000" dirty="0" err="1"/>
              <a:t>np.mean</a:t>
            </a:r>
            <a:r>
              <a:rPr lang="en-IN" sz="1000" dirty="0"/>
              <a:t>(</a:t>
            </a:r>
            <a:r>
              <a:rPr lang="en-IN" sz="1000" dirty="0" err="1"/>
              <a:t>words_vcts,axis</a:t>
            </a:r>
            <a:r>
              <a:rPr lang="en-IN" sz="1000" dirty="0"/>
              <a:t>=0)</a:t>
            </a:r>
          </a:p>
          <a:p>
            <a:r>
              <a:rPr lang="en-IN" sz="1000" dirty="0"/>
              <a:t>    return </a:t>
            </a:r>
            <a:r>
              <a:rPr lang="en-IN" sz="1000" dirty="0" err="1"/>
              <a:t>vct</a:t>
            </a:r>
            <a:endParaRPr lang="en-IN" sz="1000" dirty="0"/>
          </a:p>
          <a:p>
            <a:r>
              <a:rPr lang="en-IN" sz="1000" dirty="0"/>
              <a:t>def _</a:t>
            </a:r>
            <a:r>
              <a:rPr lang="en-IN" sz="1000" dirty="0" err="1"/>
              <a:t>cosine_sim</a:t>
            </a:r>
            <a:r>
              <a:rPr lang="en-IN" sz="1000" dirty="0"/>
              <a:t>(</a:t>
            </a:r>
            <a:r>
              <a:rPr lang="en-IN" sz="1000" dirty="0" err="1"/>
              <a:t>self,vecA,vecB</a:t>
            </a:r>
            <a:r>
              <a:rPr lang="en-IN" sz="1000" dirty="0"/>
              <a:t>):</a:t>
            </a:r>
          </a:p>
          <a:p>
            <a:r>
              <a:rPr lang="en-IN" sz="1000" dirty="0"/>
              <a:t>#computing the cosine distance between two vectors</a:t>
            </a:r>
          </a:p>
          <a:p>
            <a:r>
              <a:rPr lang="en-IN" sz="1000" dirty="0"/>
              <a:t>      c=np.dot(</a:t>
            </a:r>
            <a:r>
              <a:rPr lang="en-IN" sz="1000" dirty="0" err="1"/>
              <a:t>vecA,vecB</a:t>
            </a:r>
            <a:r>
              <a:rPr lang="en-IN" sz="1000" dirty="0"/>
              <a:t>)/</a:t>
            </a:r>
          </a:p>
          <a:p>
            <a:r>
              <a:rPr lang="en-IN" sz="1000" dirty="0"/>
              <a:t>            (</a:t>
            </a:r>
            <a:r>
              <a:rPr lang="en-IN" sz="1000" dirty="0" err="1"/>
              <a:t>np.linalg.norm</a:t>
            </a:r>
            <a:r>
              <a:rPr lang="en-IN" sz="1000" dirty="0"/>
              <a:t>(</a:t>
            </a:r>
            <a:r>
              <a:rPr lang="en-IN" sz="1000" dirty="0" err="1"/>
              <a:t>vecA</a:t>
            </a:r>
            <a:r>
              <a:rPr lang="en-IN" sz="1000" dirty="0"/>
              <a:t>)*</a:t>
            </a:r>
            <a:r>
              <a:rPr lang="en-IN" sz="1000" dirty="0" err="1"/>
              <a:t>np.linalg.norm</a:t>
            </a:r>
            <a:r>
              <a:rPr lang="en-IN" sz="1000" dirty="0"/>
              <a:t>(</a:t>
            </a:r>
            <a:r>
              <a:rPr lang="en-IN" sz="1000" dirty="0" err="1"/>
              <a:t>vecB</a:t>
            </a:r>
            <a:r>
              <a:rPr lang="en-IN" sz="1000" dirty="0"/>
              <a:t>))</a:t>
            </a:r>
          </a:p>
          <a:p>
            <a:r>
              <a:rPr lang="en-IN" sz="1000" dirty="0"/>
              <a:t>      if </a:t>
            </a:r>
            <a:r>
              <a:rPr lang="en-IN" sz="1000" dirty="0" err="1"/>
              <a:t>np.isnan</a:t>
            </a:r>
            <a:r>
              <a:rPr lang="en-IN" sz="1000" dirty="0"/>
              <a:t>(np.sum(c)):return 0</a:t>
            </a:r>
          </a:p>
          <a:p>
            <a:r>
              <a:rPr lang="en-IN" sz="1000" dirty="0"/>
              <a:t>       return c</a:t>
            </a:r>
          </a:p>
          <a:p>
            <a:r>
              <a:rPr lang="en-IN" sz="1000" dirty="0"/>
              <a:t> </a:t>
            </a:r>
          </a:p>
          <a:p>
            <a:r>
              <a:rPr lang="en-IN" sz="1000" dirty="0"/>
              <a:t>def    </a:t>
            </a:r>
            <a:r>
              <a:rPr lang="en-IN" sz="1000" dirty="0" err="1"/>
              <a:t>cal_sim</a:t>
            </a:r>
            <a:r>
              <a:rPr lang="en-IN" sz="1000" dirty="0"/>
              <a:t>(</a:t>
            </a:r>
            <a:r>
              <a:rPr lang="en-IN" sz="1000" dirty="0" err="1"/>
              <a:t>self,srcAns</a:t>
            </a:r>
            <a:r>
              <a:rPr lang="en-IN" sz="1000" dirty="0"/>
              <a:t> ,</a:t>
            </a:r>
          </a:p>
          <a:p>
            <a:r>
              <a:rPr lang="en-IN" sz="1000" dirty="0"/>
              <a:t>    </a:t>
            </a:r>
            <a:r>
              <a:rPr lang="en-IN" sz="1000" dirty="0" err="1"/>
              <a:t>tarAns</a:t>
            </a:r>
            <a:r>
              <a:rPr lang="en-IN" sz="1000" dirty="0"/>
              <a:t>=</a:t>
            </a:r>
            <a:r>
              <a:rPr lang="en-IN" sz="1000" dirty="0" err="1"/>
              <a:t>None,threshold</a:t>
            </a:r>
            <a:r>
              <a:rPr lang="en-IN" sz="1000" dirty="0"/>
              <a:t>=0):</a:t>
            </a:r>
          </a:p>
          <a:p>
            <a:r>
              <a:rPr lang="en-IN" sz="1000" dirty="0"/>
              <a:t> </a:t>
            </a:r>
          </a:p>
          <a:p>
            <a:r>
              <a:rPr lang="en-IN" sz="1000" dirty="0"/>
              <a:t>#compute &amp; revert similarity scores between given source answer &amp; target answer</a:t>
            </a:r>
          </a:p>
          <a:p>
            <a:r>
              <a:rPr lang="en-IN" sz="500" dirty="0">
                <a:latin typeface="Times New Roman" pitchFamily="18" charset="0"/>
                <a:cs typeface="Times New Roman" pitchFamily="18" charset="0"/>
              </a:rPr>
              <a:t> </a:t>
            </a: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47650" y="434975"/>
            <a:ext cx="4114799" cy="2743200"/>
          </a:xfrm>
        </p:spPr>
        <p:txBody>
          <a:bodyPr/>
          <a:lstStyle/>
          <a:p>
            <a:r>
              <a:rPr lang="en-IN" dirty="0" smtClean="0"/>
              <a:t>if </a:t>
            </a:r>
            <a:r>
              <a:rPr lang="en-IN" sz="1000" dirty="0" smtClean="0"/>
              <a:t>not </a:t>
            </a:r>
            <a:r>
              <a:rPr lang="en-IN" sz="1000" dirty="0" err="1" smtClean="0"/>
              <a:t>tarAns</a:t>
            </a:r>
            <a:r>
              <a:rPr lang="en-IN" sz="1000" dirty="0" smtClean="0"/>
              <a:t>:</a:t>
            </a:r>
          </a:p>
          <a:p>
            <a:r>
              <a:rPr lang="en-IN" sz="1000" dirty="0" smtClean="0"/>
              <a:t> return [] </a:t>
            </a:r>
          </a:p>
          <a:p>
            <a:r>
              <a:rPr lang="en-IN" sz="1000" dirty="0" smtClean="0"/>
              <a:t>if </a:t>
            </a:r>
            <a:r>
              <a:rPr lang="en-IN" sz="1000" dirty="0" err="1" smtClean="0"/>
              <a:t>isInstance</a:t>
            </a:r>
            <a:r>
              <a:rPr lang="en-IN" sz="1000" dirty="0" smtClean="0"/>
              <a:t>(</a:t>
            </a:r>
            <a:r>
              <a:rPr lang="en-IN" sz="1000" dirty="0" err="1" smtClean="0"/>
              <a:t>tarAns,str</a:t>
            </a:r>
            <a:r>
              <a:rPr lang="en-IN" sz="1000" dirty="0" smtClean="0"/>
              <a:t>): </a:t>
            </a:r>
          </a:p>
          <a:p>
            <a:r>
              <a:rPr lang="en-IN" sz="1000" dirty="0" err="1" smtClean="0"/>
              <a:t>tarAns</a:t>
            </a:r>
            <a:r>
              <a:rPr lang="en-IN" sz="1000" dirty="0" smtClean="0"/>
              <a:t>=[</a:t>
            </a:r>
            <a:r>
              <a:rPr lang="en-IN" sz="1000" dirty="0" err="1" smtClean="0"/>
              <a:t>tarAns</a:t>
            </a:r>
            <a:r>
              <a:rPr lang="en-IN" sz="1000" dirty="0" smtClean="0"/>
              <a:t>]</a:t>
            </a:r>
          </a:p>
          <a:p>
            <a:r>
              <a:rPr lang="en-IN" sz="1000" dirty="0" smtClean="0"/>
              <a:t> </a:t>
            </a:r>
            <a:r>
              <a:rPr lang="en-IN" sz="1000" dirty="0" err="1" smtClean="0"/>
              <a:t>src_vec</a:t>
            </a:r>
            <a:r>
              <a:rPr lang="en-IN" sz="1000" dirty="0" smtClean="0"/>
              <a:t>=</a:t>
            </a:r>
            <a:r>
              <a:rPr lang="en-IN" sz="1000" dirty="0" err="1" smtClean="0"/>
              <a:t>self.vectorize</a:t>
            </a:r>
            <a:r>
              <a:rPr lang="en-IN" sz="1000" dirty="0" smtClean="0"/>
              <a:t>(</a:t>
            </a:r>
            <a:r>
              <a:rPr lang="en-IN" sz="1000" dirty="0" err="1" smtClean="0"/>
              <a:t>srcAns</a:t>
            </a:r>
            <a:r>
              <a:rPr lang="en-IN" sz="1000" dirty="0" smtClean="0"/>
              <a:t>)</a:t>
            </a:r>
          </a:p>
          <a:p>
            <a:r>
              <a:rPr lang="en-IN" sz="1000" dirty="0" smtClean="0"/>
              <a:t> results=[]</a:t>
            </a:r>
          </a:p>
          <a:p>
            <a:r>
              <a:rPr lang="en-IN" sz="1000" dirty="0" smtClean="0"/>
              <a:t> result=[] </a:t>
            </a:r>
          </a:p>
          <a:p>
            <a:r>
              <a:rPr lang="en-IN" sz="1000" dirty="0" smtClean="0"/>
              <a:t>for s in </a:t>
            </a:r>
            <a:r>
              <a:rPr lang="en-IN" sz="1000" dirty="0" err="1" smtClean="0"/>
              <a:t>tarAns</a:t>
            </a:r>
            <a:r>
              <a:rPr lang="en-IN" sz="1000" dirty="0" smtClean="0"/>
              <a:t>: </a:t>
            </a:r>
          </a:p>
          <a:p>
            <a:r>
              <a:rPr lang="en-IN" sz="1000" dirty="0" err="1" smtClean="0"/>
              <a:t>tar_vec</a:t>
            </a:r>
            <a:r>
              <a:rPr lang="en-IN" sz="1000" dirty="0" smtClean="0"/>
              <a:t>=</a:t>
            </a:r>
            <a:r>
              <a:rPr lang="en-IN" sz="1000" dirty="0" err="1" smtClean="0"/>
              <a:t>self.vectorize</a:t>
            </a:r>
            <a:r>
              <a:rPr lang="en-IN" sz="1000" dirty="0" smtClean="0"/>
              <a:t>(s)</a:t>
            </a:r>
          </a:p>
          <a:p>
            <a:r>
              <a:rPr lang="en-IN" sz="1000" dirty="0" smtClean="0"/>
              <a:t> </a:t>
            </a:r>
            <a:r>
              <a:rPr lang="en-IN" sz="1000" dirty="0" err="1" smtClean="0"/>
              <a:t>s_score</a:t>
            </a:r>
            <a:r>
              <a:rPr lang="en-IN" sz="1000" dirty="0" smtClean="0"/>
              <a:t>=</a:t>
            </a:r>
            <a:r>
              <a:rPr lang="en-IN" sz="1000" dirty="0" err="1" smtClean="0"/>
              <a:t>self._cosine_sim</a:t>
            </a:r>
            <a:r>
              <a:rPr lang="en-IN" sz="1000" dirty="0" smtClean="0"/>
              <a:t>( </a:t>
            </a:r>
            <a:r>
              <a:rPr lang="en-IN" sz="1000" dirty="0" err="1" smtClean="0"/>
              <a:t>src_vec,tar_vec</a:t>
            </a:r>
            <a:r>
              <a:rPr lang="en-IN" sz="1000" dirty="0" smtClean="0"/>
              <a:t>) </a:t>
            </a:r>
            <a:r>
              <a:rPr lang="en-IN" sz="1000" dirty="0" err="1" smtClean="0"/>
              <a:t>result.append</a:t>
            </a:r>
            <a:r>
              <a:rPr lang="en-IN" sz="1000" dirty="0" smtClean="0"/>
              <a:t>(</a:t>
            </a:r>
            <a:r>
              <a:rPr lang="en-IN" sz="1000" dirty="0" err="1" smtClean="0"/>
              <a:t>s_score</a:t>
            </a:r>
            <a:r>
              <a:rPr lang="en-IN" sz="1000" dirty="0" smtClean="0"/>
              <a:t>) </a:t>
            </a:r>
          </a:p>
          <a:p>
            <a:r>
              <a:rPr lang="en-IN" sz="1000" dirty="0" smtClean="0"/>
              <a:t>if </a:t>
            </a:r>
            <a:r>
              <a:rPr lang="en-IN" sz="1000" dirty="0" err="1" smtClean="0"/>
              <a:t>s_score</a:t>
            </a:r>
            <a:r>
              <a:rPr lang="en-IN" sz="1000" dirty="0" smtClean="0"/>
              <a:t> &gt; threshold:</a:t>
            </a:r>
          </a:p>
          <a:p>
            <a:r>
              <a:rPr lang="en-IN" sz="1000" dirty="0" smtClean="0"/>
              <a:t>$we can remove this</a:t>
            </a:r>
          </a:p>
          <a:p>
            <a:r>
              <a:rPr lang="en-IN" sz="1000" dirty="0" smtClean="0"/>
              <a:t> {</a:t>
            </a:r>
            <a:r>
              <a:rPr lang="en-IN" sz="1000" dirty="0" err="1" smtClean="0"/>
              <a:t>results.append</a:t>
            </a:r>
            <a:r>
              <a:rPr lang="en-IN" sz="1000" dirty="0" smtClean="0"/>
              <a:t>( {“score}:</a:t>
            </a:r>
            <a:r>
              <a:rPr lang="en-IN" sz="1000" dirty="0" err="1" smtClean="0"/>
              <a:t>s_score,”ans</a:t>
            </a:r>
            <a:r>
              <a:rPr lang="en-IN" sz="1000" dirty="0" smtClean="0"/>
              <a:t>”:s) </a:t>
            </a:r>
          </a:p>
          <a:p>
            <a:r>
              <a:rPr lang="en-IN" sz="1000" dirty="0" err="1" smtClean="0"/>
              <a:t>results.sort</a:t>
            </a:r>
            <a:r>
              <a:rPr lang="en-IN" sz="1000" dirty="0" smtClean="0"/>
              <a:t>( key=lambda k:k[“score”] ,reverse=True)}</a:t>
            </a:r>
          </a:p>
          <a:p>
            <a:r>
              <a:rPr lang="en-IN" sz="1000" dirty="0" smtClean="0"/>
              <a:t> return result </a:t>
            </a:r>
            <a:endParaRPr lang="en-IN"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19250" y="434975"/>
            <a:ext cx="1392555" cy="201978"/>
          </a:xfrm>
          <a:prstGeom prst="rect">
            <a:avLst/>
          </a:prstGeom>
        </p:spPr>
        <p:txBody>
          <a:bodyPr vert="horz" wrap="square" lIns="0" tIns="17145" rIns="0" bIns="0" rtlCol="0">
            <a:spAutoFit/>
          </a:bodyPr>
          <a:lstStyle/>
          <a:p>
            <a:pPr marL="12700">
              <a:lnSpc>
                <a:spcPct val="100000"/>
              </a:lnSpc>
              <a:spcBef>
                <a:spcPts val="135"/>
              </a:spcBef>
            </a:pPr>
            <a:r>
              <a:rPr sz="1200" spc="-55" dirty="0">
                <a:solidFill>
                  <a:schemeClr val="accent1">
                    <a:lumMod val="50000"/>
                  </a:schemeClr>
                </a:solidFill>
                <a:latin typeface="Tahoma"/>
                <a:cs typeface="Tahoma"/>
              </a:rPr>
              <a:t>Use</a:t>
            </a:r>
            <a:r>
              <a:rPr sz="1200" dirty="0">
                <a:solidFill>
                  <a:schemeClr val="accent1">
                    <a:lumMod val="50000"/>
                  </a:schemeClr>
                </a:solidFill>
                <a:latin typeface="Tahoma"/>
                <a:cs typeface="Tahoma"/>
              </a:rPr>
              <a:t> </a:t>
            </a:r>
            <a:r>
              <a:rPr sz="1200" spc="-60" dirty="0">
                <a:solidFill>
                  <a:schemeClr val="accent1">
                    <a:lumMod val="50000"/>
                  </a:schemeClr>
                </a:solidFill>
                <a:latin typeface="Tahoma"/>
                <a:cs typeface="Tahoma"/>
              </a:rPr>
              <a:t>Case</a:t>
            </a:r>
            <a:r>
              <a:rPr sz="1200" dirty="0">
                <a:solidFill>
                  <a:schemeClr val="accent1">
                    <a:lumMod val="50000"/>
                  </a:schemeClr>
                </a:solidFill>
                <a:latin typeface="Tahoma"/>
                <a:cs typeface="Tahoma"/>
              </a:rPr>
              <a:t> </a:t>
            </a:r>
            <a:r>
              <a:rPr sz="1200" spc="-35" dirty="0">
                <a:solidFill>
                  <a:schemeClr val="accent1">
                    <a:lumMod val="50000"/>
                  </a:schemeClr>
                </a:solidFill>
                <a:latin typeface="Tahoma"/>
                <a:cs typeface="Tahoma"/>
              </a:rPr>
              <a:t>Diagram</a:t>
            </a:r>
            <a:endParaRPr sz="1200" dirty="0">
              <a:solidFill>
                <a:schemeClr val="accent1">
                  <a:lumMod val="50000"/>
                </a:schemeClr>
              </a:solidFill>
              <a:latin typeface="Tahoma"/>
              <a:cs typeface="Tahoma"/>
            </a:endParaRPr>
          </a:p>
        </p:txBody>
      </p:sp>
      <p:pic>
        <p:nvPicPr>
          <p:cNvPr id="3" name="object 3"/>
          <p:cNvPicPr/>
          <p:nvPr/>
        </p:nvPicPr>
        <p:blipFill>
          <a:blip r:embed="rId2" cstate="print"/>
          <a:stretch>
            <a:fillRect/>
          </a:stretch>
        </p:blipFill>
        <p:spPr>
          <a:xfrm>
            <a:off x="573406" y="722982"/>
            <a:ext cx="3309605" cy="2210596"/>
          </a:xfrm>
          <a:prstGeom prst="rect">
            <a:avLst/>
          </a:prstGeom>
        </p:spPr>
      </p:pic>
      <p:sp>
        <p:nvSpPr>
          <p:cNvPr id="4" name="object 4"/>
          <p:cNvSpPr txBox="1"/>
          <p:nvPr/>
        </p:nvSpPr>
        <p:spPr>
          <a:xfrm>
            <a:off x="4260697" y="3341243"/>
            <a:ext cx="317500" cy="102235"/>
          </a:xfrm>
          <a:prstGeom prst="rect">
            <a:avLst/>
          </a:prstGeom>
        </p:spPr>
        <p:txBody>
          <a:bodyPr vert="horz" wrap="square" lIns="0" tIns="0" rIns="0" bIns="0" rtlCol="0">
            <a:spAutoFit/>
          </a:bodyPr>
          <a:lstStyle/>
          <a:p>
            <a:pPr marL="38100">
              <a:lnSpc>
                <a:spcPts val="675"/>
              </a:lnSpc>
            </a:pPr>
            <a:r>
              <a:rPr sz="600" dirty="0">
                <a:latin typeface="Trebuchet MS"/>
                <a:cs typeface="Trebuchet MS"/>
              </a:rPr>
              <a:t>9</a:t>
            </a:r>
            <a:r>
              <a:rPr sz="600" spc="-75" dirty="0">
                <a:latin typeface="Trebuchet MS"/>
                <a:cs typeface="Trebuchet MS"/>
              </a:rPr>
              <a:t> </a:t>
            </a:r>
            <a:r>
              <a:rPr sz="600" dirty="0">
                <a:latin typeface="Trebuchet MS"/>
                <a:cs typeface="Trebuchet MS"/>
              </a:rPr>
              <a:t>/</a:t>
            </a:r>
            <a:r>
              <a:rPr sz="600" spc="-75" dirty="0">
                <a:latin typeface="Trebuchet MS"/>
                <a:cs typeface="Trebuchet MS"/>
              </a:rPr>
              <a:t> </a:t>
            </a:r>
            <a:r>
              <a:rPr sz="600" dirty="0">
                <a:latin typeface="Trebuchet MS"/>
                <a:cs typeface="Trebuchet MS"/>
              </a:rPr>
              <a:t>13</a:t>
            </a:r>
            <a:endParaRPr sz="600">
              <a:latin typeface="Trebuchet MS"/>
              <a:cs typeface="Trebuchet MS"/>
            </a:endParaRPr>
          </a:p>
        </p:txBody>
      </p:sp>
      <p:pic>
        <p:nvPicPr>
          <p:cNvPr id="1026" name="Picture 2" descr="C:\Users\Welcome\Downloads\use case figure.png"/>
          <p:cNvPicPr>
            <a:picLocks noChangeAspect="1" noChangeArrowheads="1"/>
          </p:cNvPicPr>
          <p:nvPr/>
        </p:nvPicPr>
        <p:blipFill>
          <a:blip r:embed="rId3" cstate="print"/>
          <a:srcRect/>
          <a:stretch>
            <a:fillRect/>
          </a:stretch>
        </p:blipFill>
        <p:spPr bwMode="auto">
          <a:xfrm>
            <a:off x="247650" y="663575"/>
            <a:ext cx="4000500" cy="2667000"/>
          </a:xfrm>
          <a:prstGeom prst="rect">
            <a:avLst/>
          </a:prstGeom>
          <a:noFill/>
        </p:spPr>
      </p:pic>
      <p:sp>
        <p:nvSpPr>
          <p:cNvPr id="6" name="object 2"/>
          <p:cNvSpPr txBox="1"/>
          <p:nvPr/>
        </p:nvSpPr>
        <p:spPr>
          <a:xfrm>
            <a:off x="1009650" y="53975"/>
            <a:ext cx="1925955" cy="232756"/>
          </a:xfrm>
          <a:prstGeom prst="rect">
            <a:avLst/>
          </a:prstGeom>
        </p:spPr>
        <p:txBody>
          <a:bodyPr vert="horz" wrap="square" lIns="0" tIns="17145" rIns="0" bIns="0" rtlCol="0">
            <a:spAutoFit/>
          </a:bodyPr>
          <a:lstStyle/>
          <a:p>
            <a:pPr marL="12700">
              <a:lnSpc>
                <a:spcPct val="100000"/>
              </a:lnSpc>
              <a:spcBef>
                <a:spcPts val="135"/>
              </a:spcBef>
            </a:pPr>
            <a:r>
              <a:rPr lang="en-US" sz="1400" spc="-55" dirty="0">
                <a:solidFill>
                  <a:srgbClr val="B40404"/>
                </a:solidFill>
                <a:latin typeface="Tahoma"/>
                <a:cs typeface="Tahoma"/>
              </a:rPr>
              <a:t>          Design &amp; Diagram</a:t>
            </a:r>
            <a:endParaRPr sz="1400" dirty="0">
              <a:latin typeface="Tahoma"/>
              <a:cs typeface="Tahoma"/>
            </a:endParaRP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descr="C:\Users\Welcome\Downloads\figure 6 (1).png"/>
          <p:cNvPicPr>
            <a:picLocks noChangeAspect="1" noChangeArrowheads="1"/>
          </p:cNvPicPr>
          <p:nvPr/>
        </p:nvPicPr>
        <p:blipFill>
          <a:blip r:embed="rId2" cstate="print"/>
          <a:srcRect/>
          <a:stretch>
            <a:fillRect/>
          </a:stretch>
        </p:blipFill>
        <p:spPr bwMode="auto">
          <a:xfrm>
            <a:off x="247650" y="511175"/>
            <a:ext cx="4095419" cy="2743200"/>
          </a:xfrm>
          <a:prstGeom prst="rect">
            <a:avLst/>
          </a:prstGeom>
          <a:noFill/>
        </p:spPr>
      </p:pic>
      <p:sp>
        <p:nvSpPr>
          <p:cNvPr id="4" name="object 2"/>
          <p:cNvSpPr txBox="1"/>
          <p:nvPr/>
        </p:nvSpPr>
        <p:spPr>
          <a:xfrm>
            <a:off x="1009650" y="53975"/>
            <a:ext cx="1925955" cy="232756"/>
          </a:xfrm>
          <a:prstGeom prst="rect">
            <a:avLst/>
          </a:prstGeom>
        </p:spPr>
        <p:txBody>
          <a:bodyPr vert="horz" wrap="square" lIns="0" tIns="17145" rIns="0" bIns="0" rtlCol="0">
            <a:spAutoFit/>
          </a:bodyPr>
          <a:lstStyle/>
          <a:p>
            <a:pPr marL="12700">
              <a:lnSpc>
                <a:spcPct val="100000"/>
              </a:lnSpc>
              <a:spcBef>
                <a:spcPts val="135"/>
              </a:spcBef>
            </a:pPr>
            <a:r>
              <a:rPr lang="en-US" sz="1400" spc="-55" dirty="0">
                <a:solidFill>
                  <a:srgbClr val="B40404"/>
                </a:solidFill>
                <a:latin typeface="Tahoma"/>
                <a:cs typeface="Tahoma"/>
              </a:rPr>
              <a:t>              DFD-Level-0</a:t>
            </a:r>
            <a:endParaRPr sz="1400" dirty="0">
              <a:latin typeface="Tahoma"/>
              <a:cs typeface="Tahom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14450" y="0"/>
            <a:ext cx="1472391" cy="369332"/>
          </a:xfrm>
          <a:prstGeom prst="rect">
            <a:avLst/>
          </a:prstGeom>
        </p:spPr>
        <p:txBody>
          <a:bodyPr wrap="none">
            <a:spAutoFit/>
          </a:bodyPr>
          <a:lstStyle/>
          <a:p>
            <a:r>
              <a:rPr lang="en-US" spc="-55" dirty="0">
                <a:solidFill>
                  <a:srgbClr val="B40404"/>
                </a:solidFill>
                <a:latin typeface="Tahoma"/>
                <a:cs typeface="Tahoma"/>
              </a:rPr>
              <a:t>      </a:t>
            </a:r>
            <a:r>
              <a:rPr lang="en-US" sz="1400" spc="-55" dirty="0">
                <a:solidFill>
                  <a:srgbClr val="B40404"/>
                </a:solidFill>
                <a:latin typeface="Tahoma"/>
                <a:cs typeface="Tahoma"/>
              </a:rPr>
              <a:t>DFD-Level-1</a:t>
            </a:r>
            <a:endParaRPr lang="en-IN" sz="1400" spc="-55" dirty="0">
              <a:solidFill>
                <a:srgbClr val="B40404"/>
              </a:solidFill>
              <a:latin typeface="Tahoma"/>
              <a:cs typeface="Tahoma"/>
            </a:endParaRPr>
          </a:p>
        </p:txBody>
      </p:sp>
      <p:pic>
        <p:nvPicPr>
          <p:cNvPr id="7170" name="Picture 2" descr="C:\Users\Welcome\Downloads\DFD1_ProjectF.JPG"/>
          <p:cNvPicPr>
            <a:picLocks noChangeAspect="1" noChangeArrowheads="1"/>
          </p:cNvPicPr>
          <p:nvPr/>
        </p:nvPicPr>
        <p:blipFill>
          <a:blip r:embed="rId2" cstate="print"/>
          <a:srcRect/>
          <a:stretch>
            <a:fillRect/>
          </a:stretch>
        </p:blipFill>
        <p:spPr bwMode="auto">
          <a:xfrm>
            <a:off x="274116" y="511175"/>
            <a:ext cx="4098803" cy="25908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35391" y="64932"/>
            <a:ext cx="113792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B40404"/>
                </a:solidFill>
                <a:latin typeface="Tahoma"/>
                <a:cs typeface="Tahoma"/>
              </a:rPr>
              <a:t>Block</a:t>
            </a:r>
            <a:r>
              <a:rPr sz="1400" spc="-50" dirty="0">
                <a:solidFill>
                  <a:srgbClr val="B40404"/>
                </a:solidFill>
                <a:latin typeface="Tahoma"/>
                <a:cs typeface="Tahoma"/>
              </a:rPr>
              <a:t> </a:t>
            </a:r>
            <a:r>
              <a:rPr sz="1400" spc="-35" dirty="0">
                <a:solidFill>
                  <a:srgbClr val="B40404"/>
                </a:solidFill>
                <a:latin typeface="Tahoma"/>
                <a:cs typeface="Tahoma"/>
              </a:rPr>
              <a:t>Diagram</a:t>
            </a:r>
            <a:endParaRPr sz="1400">
              <a:latin typeface="Tahoma"/>
              <a:cs typeface="Tahoma"/>
            </a:endParaRPr>
          </a:p>
        </p:txBody>
      </p:sp>
      <p:pic>
        <p:nvPicPr>
          <p:cNvPr id="3" name="object 3"/>
          <p:cNvPicPr/>
          <p:nvPr/>
        </p:nvPicPr>
        <p:blipFill>
          <a:blip r:embed="rId2" cstate="print"/>
          <a:stretch>
            <a:fillRect/>
          </a:stretch>
        </p:blipFill>
        <p:spPr>
          <a:xfrm>
            <a:off x="640915" y="636498"/>
            <a:ext cx="2994406" cy="2344460"/>
          </a:xfrm>
          <a:prstGeom prst="rect">
            <a:avLst/>
          </a:prstGeom>
        </p:spPr>
      </p:pic>
      <p:sp>
        <p:nvSpPr>
          <p:cNvPr id="4" name="object 4"/>
          <p:cNvSpPr txBox="1"/>
          <p:nvPr/>
        </p:nvSpPr>
        <p:spPr>
          <a:xfrm>
            <a:off x="4260697" y="3341243"/>
            <a:ext cx="317500" cy="102235"/>
          </a:xfrm>
          <a:prstGeom prst="rect">
            <a:avLst/>
          </a:prstGeom>
        </p:spPr>
        <p:txBody>
          <a:bodyPr vert="horz" wrap="square" lIns="0" tIns="0" rIns="0" bIns="0" rtlCol="0">
            <a:spAutoFit/>
          </a:bodyPr>
          <a:lstStyle/>
          <a:p>
            <a:pPr marL="38100">
              <a:lnSpc>
                <a:spcPts val="675"/>
              </a:lnSpc>
            </a:pPr>
            <a:r>
              <a:rPr sz="600" dirty="0">
                <a:latin typeface="Trebuchet MS"/>
                <a:cs typeface="Trebuchet MS"/>
              </a:rPr>
              <a:t>11</a:t>
            </a:r>
            <a:r>
              <a:rPr sz="600" spc="-75" dirty="0">
                <a:latin typeface="Trebuchet MS"/>
                <a:cs typeface="Trebuchet MS"/>
              </a:rPr>
              <a:t> </a:t>
            </a:r>
            <a:r>
              <a:rPr sz="600" dirty="0">
                <a:latin typeface="Trebuchet MS"/>
                <a:cs typeface="Trebuchet MS"/>
              </a:rPr>
              <a:t>/</a:t>
            </a:r>
            <a:r>
              <a:rPr sz="600" spc="-75" dirty="0">
                <a:latin typeface="Trebuchet MS"/>
                <a:cs typeface="Trebuchet MS"/>
              </a:rPr>
              <a:t> </a:t>
            </a:r>
            <a:r>
              <a:rPr sz="600" dirty="0">
                <a:latin typeface="Trebuchet MS"/>
                <a:cs typeface="Trebuchet MS"/>
              </a:rPr>
              <a:t>13</a:t>
            </a:r>
            <a:endParaRPr sz="600">
              <a:latin typeface="Trebuchet MS"/>
              <a:cs typeface="Trebuchet MS"/>
            </a:endParaRP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09650" y="64932"/>
            <a:ext cx="2209799" cy="232756"/>
          </a:xfrm>
          <a:prstGeom prst="rect">
            <a:avLst/>
          </a:prstGeom>
        </p:spPr>
        <p:txBody>
          <a:bodyPr vert="horz" wrap="square" lIns="0" tIns="17145" rIns="0" bIns="0" rtlCol="0">
            <a:spAutoFit/>
          </a:bodyPr>
          <a:lstStyle/>
          <a:p>
            <a:pPr marL="12700">
              <a:lnSpc>
                <a:spcPct val="100000"/>
              </a:lnSpc>
              <a:spcBef>
                <a:spcPts val="135"/>
              </a:spcBef>
            </a:pPr>
            <a:r>
              <a:rPr lang="en-US" sz="1400" dirty="0">
                <a:solidFill>
                  <a:srgbClr val="B40404"/>
                </a:solidFill>
                <a:latin typeface="Tahoma"/>
                <a:cs typeface="Tahoma"/>
              </a:rPr>
              <a:t>          Relational</a:t>
            </a:r>
            <a:r>
              <a:rPr sz="1400" spc="-40" dirty="0">
                <a:solidFill>
                  <a:srgbClr val="B40404"/>
                </a:solidFill>
                <a:latin typeface="Tahoma"/>
                <a:cs typeface="Tahoma"/>
              </a:rPr>
              <a:t> </a:t>
            </a:r>
            <a:r>
              <a:rPr sz="1400" spc="-35" dirty="0">
                <a:solidFill>
                  <a:srgbClr val="B40404"/>
                </a:solidFill>
                <a:latin typeface="Tahoma"/>
                <a:cs typeface="Tahoma"/>
              </a:rPr>
              <a:t>Diagram</a:t>
            </a:r>
            <a:endParaRPr sz="1400" dirty="0">
              <a:latin typeface="Tahoma"/>
              <a:cs typeface="Tahoma"/>
            </a:endParaRPr>
          </a:p>
        </p:txBody>
      </p:sp>
      <p:grpSp>
        <p:nvGrpSpPr>
          <p:cNvPr id="3" name="object 3"/>
          <p:cNvGrpSpPr/>
          <p:nvPr/>
        </p:nvGrpSpPr>
        <p:grpSpPr>
          <a:xfrm>
            <a:off x="429463" y="553466"/>
            <a:ext cx="3606165" cy="2525395"/>
            <a:chOff x="429463" y="553466"/>
            <a:chExt cx="3606165" cy="2525395"/>
          </a:xfrm>
        </p:grpSpPr>
        <p:sp>
          <p:nvSpPr>
            <p:cNvPr id="4" name="object 4"/>
            <p:cNvSpPr/>
            <p:nvPr/>
          </p:nvSpPr>
          <p:spPr>
            <a:xfrm>
              <a:off x="434530" y="556006"/>
              <a:ext cx="0" cy="2520315"/>
            </a:xfrm>
            <a:custGeom>
              <a:avLst/>
              <a:gdLst/>
              <a:ahLst/>
              <a:cxnLst/>
              <a:rect l="l" t="t" r="r" b="b"/>
              <a:pathLst>
                <a:path h="2520315">
                  <a:moveTo>
                    <a:pt x="0" y="2520137"/>
                  </a:moveTo>
                  <a:lnTo>
                    <a:pt x="0" y="0"/>
                  </a:lnTo>
                </a:path>
              </a:pathLst>
            </a:custGeom>
            <a:ln w="5054">
              <a:solidFill>
                <a:srgbClr val="000000"/>
              </a:solidFill>
            </a:ln>
          </p:spPr>
          <p:txBody>
            <a:bodyPr wrap="square" lIns="0" tIns="0" rIns="0" bIns="0" rtlCol="0"/>
            <a:lstStyle/>
            <a:p>
              <a:endParaRPr/>
            </a:p>
          </p:txBody>
        </p:sp>
        <p:sp>
          <p:nvSpPr>
            <p:cNvPr id="5" name="object 5"/>
            <p:cNvSpPr/>
            <p:nvPr/>
          </p:nvSpPr>
          <p:spPr>
            <a:xfrm>
              <a:off x="432003" y="558533"/>
              <a:ext cx="3601085" cy="0"/>
            </a:xfrm>
            <a:custGeom>
              <a:avLst/>
              <a:gdLst/>
              <a:ahLst/>
              <a:cxnLst/>
              <a:rect l="l" t="t" r="r" b="b"/>
              <a:pathLst>
                <a:path w="3601085">
                  <a:moveTo>
                    <a:pt x="0" y="0"/>
                  </a:moveTo>
                  <a:lnTo>
                    <a:pt x="3600996" y="0"/>
                  </a:lnTo>
                </a:path>
              </a:pathLst>
            </a:custGeom>
            <a:ln w="5054">
              <a:solidFill>
                <a:srgbClr val="000000"/>
              </a:solidFill>
            </a:ln>
          </p:spPr>
          <p:txBody>
            <a:bodyPr wrap="square" lIns="0" tIns="0" rIns="0" bIns="0" rtlCol="0"/>
            <a:lstStyle/>
            <a:p>
              <a:endParaRPr/>
            </a:p>
          </p:txBody>
        </p:sp>
      </p:grpSp>
      <p:sp>
        <p:nvSpPr>
          <p:cNvPr id="6" name="object 6"/>
          <p:cNvSpPr txBox="1"/>
          <p:nvPr/>
        </p:nvSpPr>
        <p:spPr>
          <a:xfrm>
            <a:off x="465480" y="1120775"/>
            <a:ext cx="2372970" cy="180819"/>
          </a:xfrm>
          <a:prstGeom prst="rect">
            <a:avLst/>
          </a:prstGeom>
        </p:spPr>
        <p:txBody>
          <a:bodyPr vert="horz" wrap="square" lIns="0" tIns="11430" rIns="0" bIns="0" rtlCol="0">
            <a:spAutoFit/>
          </a:bodyPr>
          <a:lstStyle/>
          <a:p>
            <a:pPr marL="12700">
              <a:lnSpc>
                <a:spcPct val="100000"/>
              </a:lnSpc>
              <a:spcBef>
                <a:spcPts val="90"/>
              </a:spcBef>
            </a:pPr>
            <a:r>
              <a:rPr sz="1100" spc="20" dirty="0">
                <a:latin typeface="SimSun"/>
                <a:cs typeface="SimSun"/>
              </a:rPr>
              <a:t>ad.jpeg</a:t>
            </a:r>
            <a:endParaRPr sz="1100" dirty="0">
              <a:latin typeface="SimSun"/>
              <a:cs typeface="SimSun"/>
            </a:endParaRPr>
          </a:p>
        </p:txBody>
      </p:sp>
      <p:grpSp>
        <p:nvGrpSpPr>
          <p:cNvPr id="7" name="object 7"/>
          <p:cNvGrpSpPr/>
          <p:nvPr/>
        </p:nvGrpSpPr>
        <p:grpSpPr>
          <a:xfrm>
            <a:off x="432003" y="556006"/>
            <a:ext cx="3601085" cy="2520315"/>
            <a:chOff x="432003" y="556006"/>
            <a:chExt cx="3601085" cy="2520315"/>
          </a:xfrm>
        </p:grpSpPr>
        <p:sp>
          <p:nvSpPr>
            <p:cNvPr id="8" name="object 8"/>
            <p:cNvSpPr/>
            <p:nvPr/>
          </p:nvSpPr>
          <p:spPr>
            <a:xfrm>
              <a:off x="432003" y="3073615"/>
              <a:ext cx="3601085" cy="0"/>
            </a:xfrm>
            <a:custGeom>
              <a:avLst/>
              <a:gdLst/>
              <a:ahLst/>
              <a:cxnLst/>
              <a:rect l="l" t="t" r="r" b="b"/>
              <a:pathLst>
                <a:path w="3601085">
                  <a:moveTo>
                    <a:pt x="0" y="0"/>
                  </a:moveTo>
                  <a:lnTo>
                    <a:pt x="3600996" y="0"/>
                  </a:lnTo>
                </a:path>
              </a:pathLst>
            </a:custGeom>
            <a:ln w="5054">
              <a:solidFill>
                <a:srgbClr val="000000"/>
              </a:solidFill>
            </a:ln>
          </p:spPr>
          <p:txBody>
            <a:bodyPr wrap="square" lIns="0" tIns="0" rIns="0" bIns="0" rtlCol="0"/>
            <a:lstStyle/>
            <a:p>
              <a:endParaRPr/>
            </a:p>
          </p:txBody>
        </p:sp>
        <p:sp>
          <p:nvSpPr>
            <p:cNvPr id="9" name="object 9"/>
            <p:cNvSpPr/>
            <p:nvPr/>
          </p:nvSpPr>
          <p:spPr>
            <a:xfrm>
              <a:off x="4030459" y="556006"/>
              <a:ext cx="0" cy="2520315"/>
            </a:xfrm>
            <a:custGeom>
              <a:avLst/>
              <a:gdLst/>
              <a:ahLst/>
              <a:cxnLst/>
              <a:rect l="l" t="t" r="r" b="b"/>
              <a:pathLst>
                <a:path h="2520315">
                  <a:moveTo>
                    <a:pt x="0" y="2520137"/>
                  </a:moveTo>
                  <a:lnTo>
                    <a:pt x="0" y="0"/>
                  </a:lnTo>
                </a:path>
              </a:pathLst>
            </a:custGeom>
            <a:ln w="5054">
              <a:solidFill>
                <a:srgbClr val="000000"/>
              </a:solidFill>
            </a:ln>
          </p:spPr>
          <p:txBody>
            <a:bodyPr wrap="square" lIns="0" tIns="0" rIns="0" bIns="0" rtlCol="0"/>
            <a:lstStyle/>
            <a:p>
              <a:endParaRPr/>
            </a:p>
          </p:txBody>
        </p:sp>
      </p:grpSp>
      <p:sp>
        <p:nvSpPr>
          <p:cNvPr id="10" name="object 10"/>
          <p:cNvSpPr txBox="1"/>
          <p:nvPr/>
        </p:nvSpPr>
        <p:spPr>
          <a:xfrm>
            <a:off x="4260697" y="3341243"/>
            <a:ext cx="317500" cy="102235"/>
          </a:xfrm>
          <a:prstGeom prst="rect">
            <a:avLst/>
          </a:prstGeom>
        </p:spPr>
        <p:txBody>
          <a:bodyPr vert="horz" wrap="square" lIns="0" tIns="0" rIns="0" bIns="0" rtlCol="0">
            <a:spAutoFit/>
          </a:bodyPr>
          <a:lstStyle/>
          <a:p>
            <a:pPr marL="38100">
              <a:lnSpc>
                <a:spcPts val="675"/>
              </a:lnSpc>
            </a:pPr>
            <a:r>
              <a:rPr sz="600" dirty="0">
                <a:latin typeface="Trebuchet MS"/>
                <a:cs typeface="Trebuchet MS"/>
              </a:rPr>
              <a:t>10</a:t>
            </a:r>
            <a:r>
              <a:rPr sz="600" spc="-75" dirty="0">
                <a:latin typeface="Trebuchet MS"/>
                <a:cs typeface="Trebuchet MS"/>
              </a:rPr>
              <a:t> </a:t>
            </a:r>
            <a:r>
              <a:rPr sz="600" dirty="0">
                <a:latin typeface="Trebuchet MS"/>
                <a:cs typeface="Trebuchet MS"/>
              </a:rPr>
              <a:t>/</a:t>
            </a:r>
            <a:r>
              <a:rPr sz="600" spc="-75" dirty="0">
                <a:latin typeface="Trebuchet MS"/>
                <a:cs typeface="Trebuchet MS"/>
              </a:rPr>
              <a:t> </a:t>
            </a:r>
            <a:r>
              <a:rPr sz="600" dirty="0">
                <a:latin typeface="Trebuchet MS"/>
                <a:cs typeface="Trebuchet MS"/>
              </a:rPr>
              <a:t>13</a:t>
            </a:r>
            <a:endParaRPr sz="600">
              <a:latin typeface="Trebuchet MS"/>
              <a:cs typeface="Trebuchet MS"/>
            </a:endParaRPr>
          </a:p>
        </p:txBody>
      </p:sp>
      <p:pic>
        <p:nvPicPr>
          <p:cNvPr id="2051" name="Picture 3" descr="C:\Users\Welcome\Downloads\er ppy.png"/>
          <p:cNvPicPr>
            <a:picLocks noChangeAspect="1" noChangeArrowheads="1"/>
          </p:cNvPicPr>
          <p:nvPr/>
        </p:nvPicPr>
        <p:blipFill>
          <a:blip r:embed="rId2" cstate="print"/>
          <a:srcRect/>
          <a:stretch>
            <a:fillRect/>
          </a:stretch>
        </p:blipFill>
        <p:spPr bwMode="auto">
          <a:xfrm>
            <a:off x="171450" y="434975"/>
            <a:ext cx="4438650" cy="2667000"/>
          </a:xfrm>
          <a:prstGeom prst="rect">
            <a:avLst/>
          </a:prstGeom>
          <a:noFill/>
        </p:spPr>
      </p:pic>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38250" y="53975"/>
            <a:ext cx="2286000" cy="228600"/>
          </a:xfrm>
        </p:spPr>
        <p:txBody>
          <a:bodyPr/>
          <a:lstStyle/>
          <a:p>
            <a:pPr marL="12700" algn="l" rtl="0">
              <a:spcBef>
                <a:spcPts val="135"/>
              </a:spcBef>
            </a:pPr>
            <a:r>
              <a:rPr lang="en-US" sz="1400" kern="1200" dirty="0">
                <a:solidFill>
                  <a:srgbClr val="B40404"/>
                </a:solidFill>
                <a:ea typeface="+mn-ea"/>
              </a:rPr>
              <a:t>System Requirement</a:t>
            </a:r>
            <a:endParaRPr lang="en-IN" sz="1400" kern="1200" dirty="0">
              <a:solidFill>
                <a:srgbClr val="B40404"/>
              </a:solidFill>
              <a:ea typeface="+mn-ea"/>
            </a:endParaRPr>
          </a:p>
        </p:txBody>
      </p:sp>
      <p:sp>
        <p:nvSpPr>
          <p:cNvPr id="5" name="Title 1"/>
          <p:cNvSpPr>
            <a:spLocks noGrp="1"/>
          </p:cNvSpPr>
          <p:nvPr>
            <p:ph type="body" idx="1"/>
          </p:nvPr>
        </p:nvSpPr>
        <p:spPr>
          <a:xfrm>
            <a:off x="536257" y="663575"/>
            <a:ext cx="3537584" cy="1862048"/>
          </a:xfrm>
        </p:spPr>
        <p:txBody>
          <a:bodyPr/>
          <a:lstStyle/>
          <a:p>
            <a:r>
              <a:rPr lang="en-IN" dirty="0"/>
              <a:t> </a:t>
            </a:r>
            <a:r>
              <a:rPr lang="en-IN" b="1" dirty="0">
                <a:latin typeface="Times New Roman" pitchFamily="18" charset="0"/>
                <a:cs typeface="Times New Roman" pitchFamily="18" charset="0"/>
              </a:rPr>
              <a:t>Software Requirement</a:t>
            </a:r>
          </a:p>
          <a:p>
            <a:endParaRPr lang="en-IN" dirty="0" smtClean="0"/>
          </a:p>
          <a:p>
            <a:r>
              <a:rPr lang="en-IN" dirty="0" smtClean="0"/>
              <a:t>• Node.js </a:t>
            </a:r>
          </a:p>
          <a:p>
            <a:r>
              <a:rPr lang="en-IN" dirty="0" smtClean="0"/>
              <a:t>• </a:t>
            </a:r>
            <a:r>
              <a:rPr lang="en-IN" dirty="0" smtClean="0"/>
              <a:t>Python</a:t>
            </a:r>
            <a:endParaRPr lang="en-IN" dirty="0"/>
          </a:p>
          <a:p>
            <a:r>
              <a:rPr lang="en-IN" dirty="0"/>
              <a:t>• MONGO</a:t>
            </a:r>
          </a:p>
          <a:p>
            <a:endParaRPr lang="en-IN" b="1" dirty="0">
              <a:latin typeface="Times New Roman" pitchFamily="18" charset="0"/>
              <a:cs typeface="Times New Roman" pitchFamily="18" charset="0"/>
            </a:endParaRPr>
          </a:p>
          <a:p>
            <a:r>
              <a:rPr lang="en-IN" b="1" dirty="0">
                <a:latin typeface="Times New Roman" pitchFamily="18" charset="0"/>
                <a:cs typeface="Times New Roman" pitchFamily="18" charset="0"/>
              </a:rPr>
              <a:t>  Hardware Requirement </a:t>
            </a:r>
          </a:p>
          <a:p>
            <a:endParaRPr lang="en-IN" dirty="0"/>
          </a:p>
          <a:p>
            <a:r>
              <a:rPr lang="en-IN" dirty="0"/>
              <a:t>• CPU: Intel i5 or higher</a:t>
            </a:r>
          </a:p>
          <a:p>
            <a:r>
              <a:rPr lang="en-IN" dirty="0"/>
              <a:t>• Memory: 8 GB RAM </a:t>
            </a:r>
          </a:p>
          <a:p>
            <a:r>
              <a:rPr lang="en-IN" dirty="0"/>
              <a:t>• Free storage: 8 GB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92033" y="64932"/>
            <a:ext cx="822960" cy="244475"/>
          </a:xfrm>
          <a:prstGeom prst="rect">
            <a:avLst/>
          </a:prstGeom>
        </p:spPr>
        <p:txBody>
          <a:bodyPr vert="horz" wrap="square" lIns="0" tIns="17145" rIns="0" bIns="0" rtlCol="0">
            <a:spAutoFit/>
          </a:bodyPr>
          <a:lstStyle/>
          <a:p>
            <a:pPr marL="12700">
              <a:lnSpc>
                <a:spcPct val="100000"/>
              </a:lnSpc>
              <a:spcBef>
                <a:spcPts val="135"/>
              </a:spcBef>
            </a:pPr>
            <a:r>
              <a:rPr sz="1400" spc="-40" dirty="0">
                <a:solidFill>
                  <a:srgbClr val="B40404"/>
                </a:solidFill>
              </a:rPr>
              <a:t>Conclusion</a:t>
            </a:r>
            <a:endParaRPr sz="1400" dirty="0"/>
          </a:p>
        </p:txBody>
      </p:sp>
      <p:sp>
        <p:nvSpPr>
          <p:cNvPr id="4" name="object 4"/>
          <p:cNvSpPr txBox="1"/>
          <p:nvPr/>
        </p:nvSpPr>
        <p:spPr>
          <a:xfrm>
            <a:off x="4260697" y="3341243"/>
            <a:ext cx="317500" cy="102235"/>
          </a:xfrm>
          <a:prstGeom prst="rect">
            <a:avLst/>
          </a:prstGeom>
        </p:spPr>
        <p:txBody>
          <a:bodyPr vert="horz" wrap="square" lIns="0" tIns="0" rIns="0" bIns="0" rtlCol="0">
            <a:spAutoFit/>
          </a:bodyPr>
          <a:lstStyle/>
          <a:p>
            <a:pPr marL="38100">
              <a:lnSpc>
                <a:spcPts val="675"/>
              </a:lnSpc>
            </a:pPr>
            <a:r>
              <a:rPr sz="600" dirty="0">
                <a:latin typeface="Trebuchet MS"/>
                <a:cs typeface="Trebuchet MS"/>
              </a:rPr>
              <a:t>12</a:t>
            </a:r>
            <a:r>
              <a:rPr sz="600" spc="-75" dirty="0">
                <a:latin typeface="Trebuchet MS"/>
                <a:cs typeface="Trebuchet MS"/>
              </a:rPr>
              <a:t> </a:t>
            </a:r>
            <a:r>
              <a:rPr sz="600" dirty="0">
                <a:latin typeface="Trebuchet MS"/>
                <a:cs typeface="Trebuchet MS"/>
              </a:rPr>
              <a:t>/</a:t>
            </a:r>
            <a:r>
              <a:rPr sz="600" spc="-75" dirty="0">
                <a:latin typeface="Trebuchet MS"/>
                <a:cs typeface="Trebuchet MS"/>
              </a:rPr>
              <a:t> </a:t>
            </a:r>
            <a:r>
              <a:rPr sz="600" dirty="0">
                <a:latin typeface="Trebuchet MS"/>
                <a:cs typeface="Trebuchet MS"/>
              </a:rPr>
              <a:t>13</a:t>
            </a:r>
            <a:endParaRPr sz="600">
              <a:latin typeface="Trebuchet MS"/>
              <a:cs typeface="Trebuchet MS"/>
            </a:endParaRPr>
          </a:p>
        </p:txBody>
      </p:sp>
      <p:sp>
        <p:nvSpPr>
          <p:cNvPr id="3" name="object 3"/>
          <p:cNvSpPr txBox="1"/>
          <p:nvPr/>
        </p:nvSpPr>
        <p:spPr>
          <a:xfrm>
            <a:off x="419303" y="463331"/>
            <a:ext cx="3770629" cy="3408305"/>
          </a:xfrm>
          <a:prstGeom prst="rect">
            <a:avLst/>
          </a:prstGeom>
        </p:spPr>
        <p:txBody>
          <a:bodyPr vert="horz" wrap="square" lIns="0" tIns="12700" rIns="0" bIns="0" rtlCol="0">
            <a:spAutoFit/>
          </a:bodyPr>
          <a:lstStyle/>
          <a:p>
            <a:pPr marL="12700" marR="334645" algn="just">
              <a:lnSpc>
                <a:spcPct val="118000"/>
              </a:lnSpc>
              <a:spcBef>
                <a:spcPts val="100"/>
              </a:spcBef>
            </a:pPr>
            <a:r>
              <a:rPr sz="1100" spc="-50" dirty="0">
                <a:latin typeface="Tahoma"/>
                <a:cs typeface="Tahoma"/>
              </a:rPr>
              <a:t>We</a:t>
            </a:r>
            <a:r>
              <a:rPr sz="1100" spc="20" dirty="0">
                <a:latin typeface="Tahoma"/>
                <a:cs typeface="Tahoma"/>
              </a:rPr>
              <a:t> </a:t>
            </a:r>
            <a:r>
              <a:rPr sz="1100" spc="-50" dirty="0">
                <a:latin typeface="Tahoma"/>
                <a:cs typeface="Tahoma"/>
              </a:rPr>
              <a:t>believe</a:t>
            </a:r>
            <a:r>
              <a:rPr sz="1100" spc="20" dirty="0">
                <a:latin typeface="Tahoma"/>
                <a:cs typeface="Tahoma"/>
              </a:rPr>
              <a:t> </a:t>
            </a:r>
            <a:r>
              <a:rPr sz="1100" spc="-15" dirty="0">
                <a:latin typeface="Tahoma"/>
                <a:cs typeface="Tahoma"/>
              </a:rPr>
              <a:t>to</a:t>
            </a:r>
            <a:r>
              <a:rPr sz="1100" spc="15" dirty="0">
                <a:latin typeface="Tahoma"/>
                <a:cs typeface="Tahoma"/>
              </a:rPr>
              <a:t> </a:t>
            </a:r>
            <a:r>
              <a:rPr sz="1100" spc="-65" dirty="0">
                <a:latin typeface="Tahoma"/>
                <a:cs typeface="Tahoma"/>
              </a:rPr>
              <a:t>have</a:t>
            </a:r>
            <a:r>
              <a:rPr sz="1100" spc="20" dirty="0">
                <a:latin typeface="Tahoma"/>
                <a:cs typeface="Tahoma"/>
              </a:rPr>
              <a:t> </a:t>
            </a:r>
            <a:r>
              <a:rPr sz="1100" spc="-50" dirty="0">
                <a:latin typeface="Tahoma"/>
                <a:cs typeface="Tahoma"/>
              </a:rPr>
              <a:t>provided</a:t>
            </a:r>
            <a:r>
              <a:rPr sz="1100" spc="25" dirty="0">
                <a:latin typeface="Tahoma"/>
                <a:cs typeface="Tahoma"/>
              </a:rPr>
              <a:t> </a:t>
            </a:r>
            <a:r>
              <a:rPr sz="1100" spc="-55" dirty="0">
                <a:latin typeface="Tahoma"/>
                <a:cs typeface="Tahoma"/>
              </a:rPr>
              <a:t>an</a:t>
            </a:r>
            <a:r>
              <a:rPr sz="1100" spc="20" dirty="0">
                <a:latin typeface="Tahoma"/>
                <a:cs typeface="Tahoma"/>
              </a:rPr>
              <a:t> </a:t>
            </a:r>
            <a:r>
              <a:rPr sz="1100" spc="-35" dirty="0">
                <a:latin typeface="Tahoma"/>
                <a:cs typeface="Tahoma"/>
              </a:rPr>
              <a:t>interesting</a:t>
            </a:r>
            <a:r>
              <a:rPr sz="1100" spc="20" dirty="0">
                <a:latin typeface="Tahoma"/>
                <a:cs typeface="Tahoma"/>
              </a:rPr>
              <a:t> </a:t>
            </a:r>
            <a:r>
              <a:rPr sz="1100" spc="-50" dirty="0">
                <a:latin typeface="Tahoma"/>
                <a:cs typeface="Tahoma"/>
              </a:rPr>
              <a:t>and</a:t>
            </a:r>
            <a:r>
              <a:rPr sz="1100" spc="20" dirty="0">
                <a:latin typeface="Tahoma"/>
                <a:cs typeface="Tahoma"/>
              </a:rPr>
              <a:t> </a:t>
            </a:r>
            <a:r>
              <a:rPr sz="1100" spc="-65" dirty="0">
                <a:latin typeface="Tahoma"/>
                <a:cs typeface="Tahoma"/>
              </a:rPr>
              <a:t>necessary </a:t>
            </a:r>
            <a:r>
              <a:rPr sz="1100" spc="-60" dirty="0">
                <a:latin typeface="Tahoma"/>
                <a:cs typeface="Tahoma"/>
              </a:rPr>
              <a:t> </a:t>
            </a:r>
            <a:r>
              <a:rPr sz="1100" spc="-25" dirty="0">
                <a:latin typeface="Tahoma"/>
                <a:cs typeface="Tahoma"/>
              </a:rPr>
              <a:t>first-look</a:t>
            </a:r>
            <a:r>
              <a:rPr sz="1100" spc="20" dirty="0">
                <a:latin typeface="Tahoma"/>
                <a:cs typeface="Tahoma"/>
              </a:rPr>
              <a:t> </a:t>
            </a:r>
            <a:r>
              <a:rPr sz="1100" spc="-15" dirty="0">
                <a:latin typeface="Tahoma"/>
                <a:cs typeface="Tahoma"/>
              </a:rPr>
              <a:t>at</a:t>
            </a:r>
            <a:r>
              <a:rPr sz="1100" spc="25" dirty="0">
                <a:latin typeface="Tahoma"/>
                <a:cs typeface="Tahoma"/>
              </a:rPr>
              <a:t> </a:t>
            </a:r>
            <a:r>
              <a:rPr sz="1100" spc="-55" dirty="0">
                <a:latin typeface="Tahoma"/>
                <a:cs typeface="Tahoma"/>
              </a:rPr>
              <a:t>a</a:t>
            </a:r>
            <a:r>
              <a:rPr sz="1100" spc="30" dirty="0">
                <a:latin typeface="Tahoma"/>
                <a:cs typeface="Tahoma"/>
              </a:rPr>
              <a:t> </a:t>
            </a:r>
            <a:r>
              <a:rPr sz="1100" spc="-45" dirty="0">
                <a:latin typeface="Tahoma"/>
                <a:cs typeface="Tahoma"/>
              </a:rPr>
              <a:t>fast-growing</a:t>
            </a:r>
            <a:r>
              <a:rPr sz="1100" spc="20" dirty="0">
                <a:latin typeface="Tahoma"/>
                <a:cs typeface="Tahoma"/>
              </a:rPr>
              <a:t> </a:t>
            </a:r>
            <a:r>
              <a:rPr sz="1100" spc="-40" dirty="0">
                <a:latin typeface="Tahoma"/>
                <a:cs typeface="Tahoma"/>
              </a:rPr>
              <a:t>online</a:t>
            </a:r>
            <a:r>
              <a:rPr sz="1100" spc="30" dirty="0">
                <a:latin typeface="Tahoma"/>
                <a:cs typeface="Tahoma"/>
              </a:rPr>
              <a:t> </a:t>
            </a:r>
            <a:r>
              <a:rPr sz="1100" spc="-35" dirty="0">
                <a:latin typeface="Tahoma"/>
                <a:cs typeface="Tahoma"/>
              </a:rPr>
              <a:t>platform</a:t>
            </a:r>
            <a:r>
              <a:rPr sz="1100" spc="25" dirty="0">
                <a:latin typeface="Tahoma"/>
                <a:cs typeface="Tahoma"/>
              </a:rPr>
              <a:t> </a:t>
            </a:r>
            <a:r>
              <a:rPr sz="1100" spc="-15" dirty="0">
                <a:latin typeface="Tahoma"/>
                <a:cs typeface="Tahoma"/>
              </a:rPr>
              <a:t>that</a:t>
            </a:r>
            <a:r>
              <a:rPr sz="1100" spc="25" dirty="0">
                <a:latin typeface="Tahoma"/>
                <a:cs typeface="Tahoma"/>
              </a:rPr>
              <a:t> </a:t>
            </a:r>
            <a:r>
              <a:rPr sz="1100" spc="-60" dirty="0">
                <a:latin typeface="Tahoma"/>
                <a:cs typeface="Tahoma"/>
              </a:rPr>
              <a:t>became</a:t>
            </a:r>
            <a:r>
              <a:rPr sz="1100" spc="25" dirty="0">
                <a:latin typeface="Tahoma"/>
                <a:cs typeface="Tahoma"/>
              </a:rPr>
              <a:t> </a:t>
            </a:r>
            <a:r>
              <a:rPr sz="1100" spc="-55" dirty="0">
                <a:latin typeface="Tahoma"/>
                <a:cs typeface="Tahoma"/>
              </a:rPr>
              <a:t>an</a:t>
            </a:r>
            <a:endParaRPr sz="1100" dirty="0">
              <a:latin typeface="Tahoma"/>
              <a:cs typeface="Tahoma"/>
            </a:endParaRPr>
          </a:p>
          <a:p>
            <a:pPr marL="12700" marR="5080" algn="just">
              <a:lnSpc>
                <a:spcPct val="118000"/>
              </a:lnSpc>
            </a:pPr>
            <a:r>
              <a:rPr sz="1100" spc="-50" dirty="0">
                <a:latin typeface="Tahoma"/>
                <a:cs typeface="Tahoma"/>
              </a:rPr>
              <a:t>unexpected</a:t>
            </a:r>
            <a:r>
              <a:rPr sz="1100" spc="20" dirty="0">
                <a:latin typeface="Tahoma"/>
                <a:cs typeface="Tahoma"/>
              </a:rPr>
              <a:t> </a:t>
            </a:r>
            <a:r>
              <a:rPr sz="1100" spc="-55" dirty="0">
                <a:latin typeface="Tahoma"/>
                <a:cs typeface="Tahoma"/>
              </a:rPr>
              <a:t>player</a:t>
            </a:r>
            <a:r>
              <a:rPr sz="1100" spc="20" dirty="0">
                <a:latin typeface="Tahoma"/>
                <a:cs typeface="Tahoma"/>
              </a:rPr>
              <a:t> </a:t>
            </a:r>
            <a:r>
              <a:rPr sz="1100" spc="-25" dirty="0">
                <a:latin typeface="Tahoma"/>
                <a:cs typeface="Tahoma"/>
              </a:rPr>
              <a:t>in</a:t>
            </a:r>
            <a:r>
              <a:rPr sz="1100" spc="20" dirty="0">
                <a:latin typeface="Tahoma"/>
                <a:cs typeface="Tahoma"/>
              </a:rPr>
              <a:t> </a:t>
            </a:r>
            <a:r>
              <a:rPr sz="1100" spc="-40" dirty="0">
                <a:latin typeface="Tahoma"/>
                <a:cs typeface="Tahoma"/>
              </a:rPr>
              <a:t>the</a:t>
            </a:r>
            <a:r>
              <a:rPr sz="1100" spc="20" dirty="0">
                <a:latin typeface="Tahoma"/>
                <a:cs typeface="Tahoma"/>
              </a:rPr>
              <a:t> </a:t>
            </a:r>
            <a:r>
              <a:rPr sz="1100" spc="-45" dirty="0">
                <a:latin typeface="Tahoma"/>
                <a:cs typeface="Tahoma"/>
              </a:rPr>
              <a:t>complex</a:t>
            </a:r>
            <a:r>
              <a:rPr sz="1100" spc="20" dirty="0">
                <a:latin typeface="Tahoma"/>
                <a:cs typeface="Tahoma"/>
              </a:rPr>
              <a:t> </a:t>
            </a:r>
            <a:r>
              <a:rPr sz="1100" spc="-10" dirty="0">
                <a:latin typeface="Tahoma"/>
                <a:cs typeface="Tahoma"/>
              </a:rPr>
              <a:t>political</a:t>
            </a:r>
            <a:r>
              <a:rPr sz="1100" spc="20" dirty="0">
                <a:latin typeface="Tahoma"/>
                <a:cs typeface="Tahoma"/>
              </a:rPr>
              <a:t> </a:t>
            </a:r>
            <a:r>
              <a:rPr sz="1100" spc="-55" dirty="0">
                <a:latin typeface="Tahoma"/>
                <a:cs typeface="Tahoma"/>
              </a:rPr>
              <a:t>atmosphere</a:t>
            </a:r>
            <a:r>
              <a:rPr sz="1100" spc="20" dirty="0">
                <a:latin typeface="Tahoma"/>
                <a:cs typeface="Tahoma"/>
              </a:rPr>
              <a:t> </a:t>
            </a:r>
            <a:r>
              <a:rPr sz="1100" spc="-35" dirty="0">
                <a:latin typeface="Tahoma"/>
                <a:cs typeface="Tahoma"/>
              </a:rPr>
              <a:t>of</a:t>
            </a:r>
            <a:r>
              <a:rPr sz="1100" spc="20" dirty="0">
                <a:latin typeface="Tahoma"/>
                <a:cs typeface="Tahoma"/>
              </a:rPr>
              <a:t> </a:t>
            </a:r>
            <a:r>
              <a:rPr sz="1100" spc="-55" dirty="0">
                <a:latin typeface="Tahoma"/>
                <a:cs typeface="Tahoma"/>
              </a:rPr>
              <a:t>2017, </a:t>
            </a:r>
            <a:r>
              <a:rPr sz="1100" spc="-50" dirty="0">
                <a:latin typeface="Tahoma"/>
                <a:cs typeface="Tahoma"/>
              </a:rPr>
              <a:t> </a:t>
            </a:r>
            <a:r>
              <a:rPr sz="1100" spc="-35" dirty="0">
                <a:latin typeface="Tahoma"/>
                <a:cs typeface="Tahoma"/>
              </a:rPr>
              <a:t>joining</a:t>
            </a:r>
            <a:r>
              <a:rPr sz="1100" spc="15" dirty="0">
                <a:latin typeface="Tahoma"/>
                <a:cs typeface="Tahoma"/>
              </a:rPr>
              <a:t> </a:t>
            </a:r>
            <a:r>
              <a:rPr sz="1100" spc="-40" dirty="0">
                <a:latin typeface="Tahoma"/>
                <a:cs typeface="Tahoma"/>
              </a:rPr>
              <a:t>the</a:t>
            </a:r>
            <a:r>
              <a:rPr sz="1100" spc="20" dirty="0">
                <a:latin typeface="Tahoma"/>
                <a:cs typeface="Tahoma"/>
              </a:rPr>
              <a:t> </a:t>
            </a:r>
            <a:r>
              <a:rPr sz="1100" spc="-45" dirty="0">
                <a:latin typeface="Tahoma"/>
                <a:cs typeface="Tahoma"/>
              </a:rPr>
              <a:t>ranks</a:t>
            </a:r>
            <a:r>
              <a:rPr sz="1100" spc="20" dirty="0">
                <a:latin typeface="Tahoma"/>
                <a:cs typeface="Tahoma"/>
              </a:rPr>
              <a:t> </a:t>
            </a:r>
            <a:r>
              <a:rPr sz="1100" spc="-35" dirty="0">
                <a:latin typeface="Tahoma"/>
                <a:cs typeface="Tahoma"/>
              </a:rPr>
              <a:t>of</a:t>
            </a:r>
            <a:r>
              <a:rPr sz="1100" spc="15" dirty="0">
                <a:latin typeface="Tahoma"/>
                <a:cs typeface="Tahoma"/>
              </a:rPr>
              <a:t> </a:t>
            </a:r>
            <a:r>
              <a:rPr sz="1100" spc="-40" dirty="0">
                <a:latin typeface="Tahoma"/>
                <a:cs typeface="Tahoma"/>
              </a:rPr>
              <a:t>the</a:t>
            </a:r>
            <a:r>
              <a:rPr sz="1100" spc="10" dirty="0">
                <a:latin typeface="Tahoma"/>
                <a:cs typeface="Tahoma"/>
              </a:rPr>
              <a:t> </a:t>
            </a:r>
            <a:r>
              <a:rPr sz="1100" spc="-45" dirty="0">
                <a:latin typeface="Tahoma"/>
                <a:cs typeface="Tahoma"/>
              </a:rPr>
              <a:t>established</a:t>
            </a:r>
            <a:r>
              <a:rPr sz="1100" spc="20" dirty="0">
                <a:latin typeface="Tahoma"/>
                <a:cs typeface="Tahoma"/>
              </a:rPr>
              <a:t> </a:t>
            </a:r>
            <a:r>
              <a:rPr sz="1100" spc="-40" dirty="0">
                <a:latin typeface="Tahoma"/>
                <a:cs typeface="Tahoma"/>
              </a:rPr>
              <a:t>platforms</a:t>
            </a:r>
            <a:r>
              <a:rPr sz="1100" spc="20" dirty="0">
                <a:latin typeface="Tahoma"/>
                <a:cs typeface="Tahoma"/>
              </a:rPr>
              <a:t> </a:t>
            </a:r>
            <a:r>
              <a:rPr sz="1100" spc="-50" dirty="0">
                <a:latin typeface="Tahoma"/>
                <a:cs typeface="Tahoma"/>
              </a:rPr>
              <a:t>such</a:t>
            </a:r>
            <a:r>
              <a:rPr sz="1100" spc="20" dirty="0">
                <a:latin typeface="Tahoma"/>
                <a:cs typeface="Tahoma"/>
              </a:rPr>
              <a:t> </a:t>
            </a:r>
            <a:r>
              <a:rPr sz="1100" spc="-65" dirty="0">
                <a:latin typeface="Tahoma"/>
                <a:cs typeface="Tahoma"/>
              </a:rPr>
              <a:t>as</a:t>
            </a:r>
            <a:r>
              <a:rPr sz="1100" spc="15" dirty="0">
                <a:latin typeface="Tahoma"/>
                <a:cs typeface="Tahoma"/>
              </a:rPr>
              <a:t> </a:t>
            </a:r>
            <a:r>
              <a:rPr sz="1100" spc="-5" dirty="0">
                <a:latin typeface="Tahoma"/>
                <a:cs typeface="Tahoma"/>
              </a:rPr>
              <a:t>Twitter </a:t>
            </a:r>
            <a:r>
              <a:rPr sz="1100" dirty="0">
                <a:latin typeface="Tahoma"/>
                <a:cs typeface="Tahoma"/>
              </a:rPr>
              <a:t> </a:t>
            </a:r>
            <a:r>
              <a:rPr sz="1100" spc="-20" dirty="0">
                <a:latin typeface="Tahoma"/>
                <a:cs typeface="Tahoma"/>
              </a:rPr>
              <a:t>(with</a:t>
            </a:r>
            <a:r>
              <a:rPr sz="1100" spc="20" dirty="0">
                <a:latin typeface="Tahoma"/>
                <a:cs typeface="Tahoma"/>
              </a:rPr>
              <a:t> </a:t>
            </a:r>
            <a:r>
              <a:rPr sz="1100" spc="-15" dirty="0">
                <a:latin typeface="Tahoma"/>
                <a:cs typeface="Tahoma"/>
              </a:rPr>
              <a:t>its</a:t>
            </a:r>
            <a:r>
              <a:rPr sz="1100" spc="20" dirty="0">
                <a:latin typeface="Tahoma"/>
                <a:cs typeface="Tahoma"/>
              </a:rPr>
              <a:t> </a:t>
            </a:r>
            <a:r>
              <a:rPr sz="1100" spc="-40" dirty="0">
                <a:latin typeface="Tahoma"/>
                <a:cs typeface="Tahoma"/>
              </a:rPr>
              <a:t>Russian</a:t>
            </a:r>
            <a:r>
              <a:rPr sz="1100" spc="20" dirty="0">
                <a:latin typeface="Tahoma"/>
                <a:cs typeface="Tahoma"/>
              </a:rPr>
              <a:t> </a:t>
            </a:r>
            <a:r>
              <a:rPr sz="1100" spc="-30" dirty="0">
                <a:latin typeface="Tahoma"/>
                <a:cs typeface="Tahoma"/>
              </a:rPr>
              <a:t>bots</a:t>
            </a:r>
            <a:r>
              <a:rPr sz="1100" spc="20" dirty="0">
                <a:latin typeface="Tahoma"/>
                <a:cs typeface="Tahoma"/>
              </a:rPr>
              <a:t> </a:t>
            </a:r>
            <a:r>
              <a:rPr sz="1100" spc="-45" dirty="0">
                <a:latin typeface="Tahoma"/>
                <a:cs typeface="Tahoma"/>
              </a:rPr>
              <a:t>problem)</a:t>
            </a:r>
            <a:r>
              <a:rPr sz="1100" spc="20" dirty="0">
                <a:latin typeface="Tahoma"/>
                <a:cs typeface="Tahoma"/>
              </a:rPr>
              <a:t> </a:t>
            </a:r>
            <a:r>
              <a:rPr sz="1100" spc="-60" dirty="0">
                <a:latin typeface="Tahoma"/>
                <a:cs typeface="Tahoma"/>
              </a:rPr>
              <a:t>or</a:t>
            </a:r>
            <a:r>
              <a:rPr sz="1100" spc="20" dirty="0">
                <a:latin typeface="Tahoma"/>
                <a:cs typeface="Tahoma"/>
              </a:rPr>
              <a:t> </a:t>
            </a:r>
            <a:r>
              <a:rPr sz="1100" spc="-35" dirty="0">
                <a:latin typeface="Tahoma"/>
                <a:cs typeface="Tahoma"/>
              </a:rPr>
              <a:t>Facebook</a:t>
            </a:r>
            <a:r>
              <a:rPr sz="1100" spc="20" dirty="0">
                <a:latin typeface="Tahoma"/>
                <a:cs typeface="Tahoma"/>
              </a:rPr>
              <a:t> </a:t>
            </a:r>
            <a:r>
              <a:rPr sz="1100" spc="-20" dirty="0">
                <a:latin typeface="Tahoma"/>
                <a:cs typeface="Tahoma"/>
              </a:rPr>
              <a:t>(with</a:t>
            </a:r>
            <a:r>
              <a:rPr sz="1100" spc="20" dirty="0">
                <a:latin typeface="Tahoma"/>
                <a:cs typeface="Tahoma"/>
              </a:rPr>
              <a:t> </a:t>
            </a:r>
            <a:r>
              <a:rPr sz="1100" spc="-15" dirty="0">
                <a:latin typeface="Tahoma"/>
                <a:cs typeface="Tahoma"/>
              </a:rPr>
              <a:t>its</a:t>
            </a:r>
            <a:r>
              <a:rPr sz="1100" spc="20" dirty="0">
                <a:latin typeface="Tahoma"/>
                <a:cs typeface="Tahoma"/>
              </a:rPr>
              <a:t> </a:t>
            </a:r>
            <a:r>
              <a:rPr sz="1100" spc="-55" dirty="0">
                <a:latin typeface="Tahoma"/>
                <a:cs typeface="Tahoma"/>
              </a:rPr>
              <a:t>fake</a:t>
            </a:r>
            <a:r>
              <a:rPr sz="1100" spc="25" dirty="0">
                <a:latin typeface="Tahoma"/>
                <a:cs typeface="Tahoma"/>
              </a:rPr>
              <a:t> </a:t>
            </a:r>
            <a:r>
              <a:rPr sz="1100" spc="-75" dirty="0">
                <a:latin typeface="Tahoma"/>
                <a:cs typeface="Tahoma"/>
              </a:rPr>
              <a:t>news </a:t>
            </a:r>
            <a:r>
              <a:rPr sz="1100" spc="-330" dirty="0">
                <a:latin typeface="Tahoma"/>
                <a:cs typeface="Tahoma"/>
              </a:rPr>
              <a:t> </a:t>
            </a:r>
            <a:r>
              <a:rPr sz="1100" spc="-45" dirty="0">
                <a:latin typeface="Tahoma"/>
                <a:cs typeface="Tahoma"/>
              </a:rPr>
              <a:t>problem).</a:t>
            </a:r>
            <a:r>
              <a:rPr sz="1100" spc="135" dirty="0">
                <a:latin typeface="Tahoma"/>
                <a:cs typeface="Tahoma"/>
              </a:rPr>
              <a:t> </a:t>
            </a:r>
            <a:r>
              <a:rPr sz="1100" spc="-35" dirty="0">
                <a:latin typeface="Tahoma"/>
                <a:cs typeface="Tahoma"/>
              </a:rPr>
              <a:t>There</a:t>
            </a:r>
            <a:r>
              <a:rPr sz="1100" spc="10" dirty="0">
                <a:latin typeface="Tahoma"/>
                <a:cs typeface="Tahoma"/>
              </a:rPr>
              <a:t> </a:t>
            </a:r>
            <a:r>
              <a:rPr sz="1100" spc="-35" dirty="0">
                <a:latin typeface="Tahoma"/>
                <a:cs typeface="Tahoma"/>
              </a:rPr>
              <a:t>is</a:t>
            </a:r>
            <a:r>
              <a:rPr sz="1100" spc="10" dirty="0">
                <a:latin typeface="Tahoma"/>
                <a:cs typeface="Tahoma"/>
              </a:rPr>
              <a:t> </a:t>
            </a:r>
            <a:r>
              <a:rPr sz="1100" spc="-60" dirty="0">
                <a:latin typeface="Tahoma"/>
                <a:cs typeface="Tahoma"/>
              </a:rPr>
              <a:t>always</a:t>
            </a:r>
            <a:r>
              <a:rPr sz="1100" spc="10" dirty="0">
                <a:latin typeface="Tahoma"/>
                <a:cs typeface="Tahoma"/>
              </a:rPr>
              <a:t> </a:t>
            </a:r>
            <a:r>
              <a:rPr sz="1100" spc="-55" dirty="0">
                <a:latin typeface="Tahoma"/>
                <a:cs typeface="Tahoma"/>
              </a:rPr>
              <a:t>a</a:t>
            </a:r>
            <a:r>
              <a:rPr sz="1100" spc="10" dirty="0">
                <a:latin typeface="Tahoma"/>
                <a:cs typeface="Tahoma"/>
              </a:rPr>
              <a:t> </a:t>
            </a:r>
            <a:r>
              <a:rPr sz="1100" spc="-40" dirty="0">
                <a:latin typeface="Tahoma"/>
                <a:cs typeface="Tahoma"/>
              </a:rPr>
              <a:t>room</a:t>
            </a:r>
            <a:r>
              <a:rPr sz="1100" spc="10" dirty="0">
                <a:latin typeface="Tahoma"/>
                <a:cs typeface="Tahoma"/>
              </a:rPr>
              <a:t> </a:t>
            </a:r>
            <a:r>
              <a:rPr sz="1100" spc="-45" dirty="0">
                <a:latin typeface="Tahoma"/>
                <a:cs typeface="Tahoma"/>
              </a:rPr>
              <a:t>for</a:t>
            </a:r>
            <a:r>
              <a:rPr sz="1100" spc="10" dirty="0">
                <a:latin typeface="Tahoma"/>
                <a:cs typeface="Tahoma"/>
              </a:rPr>
              <a:t> </a:t>
            </a:r>
            <a:r>
              <a:rPr sz="1100" spc="-50" dirty="0">
                <a:latin typeface="Tahoma"/>
                <a:cs typeface="Tahoma"/>
              </a:rPr>
              <a:t>improvements</a:t>
            </a:r>
            <a:r>
              <a:rPr sz="1100" spc="10" dirty="0">
                <a:latin typeface="Tahoma"/>
                <a:cs typeface="Tahoma"/>
              </a:rPr>
              <a:t> </a:t>
            </a:r>
            <a:r>
              <a:rPr sz="1100" spc="-25" dirty="0">
                <a:latin typeface="Tahoma"/>
                <a:cs typeface="Tahoma"/>
              </a:rPr>
              <a:t>in</a:t>
            </a:r>
            <a:r>
              <a:rPr sz="1100" spc="10" dirty="0">
                <a:latin typeface="Tahoma"/>
                <a:cs typeface="Tahoma"/>
              </a:rPr>
              <a:t> </a:t>
            </a:r>
            <a:r>
              <a:rPr sz="1100" spc="-50" dirty="0">
                <a:latin typeface="Tahoma"/>
                <a:cs typeface="Tahoma"/>
              </a:rPr>
              <a:t>any</a:t>
            </a:r>
            <a:r>
              <a:rPr sz="1100" spc="10" dirty="0">
                <a:latin typeface="Tahoma"/>
                <a:cs typeface="Tahoma"/>
              </a:rPr>
              <a:t> </a:t>
            </a:r>
            <a:r>
              <a:rPr sz="1100" spc="-50" dirty="0">
                <a:latin typeface="Tahoma"/>
                <a:cs typeface="Tahoma"/>
              </a:rPr>
              <a:t>apps. </a:t>
            </a:r>
            <a:r>
              <a:rPr sz="1100" spc="-330" dirty="0">
                <a:latin typeface="Tahoma"/>
                <a:cs typeface="Tahoma"/>
              </a:rPr>
              <a:t> </a:t>
            </a:r>
            <a:r>
              <a:rPr sz="1100" spc="-15" dirty="0">
                <a:latin typeface="Tahoma"/>
                <a:cs typeface="Tahoma"/>
              </a:rPr>
              <a:t>Right </a:t>
            </a:r>
            <a:r>
              <a:rPr sz="1100" spc="-60" dirty="0">
                <a:latin typeface="Tahoma"/>
                <a:cs typeface="Tahoma"/>
              </a:rPr>
              <a:t>now, </a:t>
            </a:r>
            <a:r>
              <a:rPr sz="1100" spc="-105" dirty="0">
                <a:latin typeface="Tahoma"/>
                <a:cs typeface="Tahoma"/>
              </a:rPr>
              <a:t>we</a:t>
            </a:r>
            <a:r>
              <a:rPr sz="1100" spc="-100" dirty="0">
                <a:latin typeface="Tahoma"/>
                <a:cs typeface="Tahoma"/>
              </a:rPr>
              <a:t> </a:t>
            </a:r>
            <a:r>
              <a:rPr sz="1100" spc="-70" dirty="0">
                <a:latin typeface="Tahoma"/>
                <a:cs typeface="Tahoma"/>
              </a:rPr>
              <a:t>are</a:t>
            </a:r>
            <a:r>
              <a:rPr sz="1100" spc="-65" dirty="0">
                <a:latin typeface="Tahoma"/>
                <a:cs typeface="Tahoma"/>
              </a:rPr>
              <a:t> </a:t>
            </a:r>
            <a:r>
              <a:rPr sz="1100" spc="-30" dirty="0">
                <a:latin typeface="Tahoma"/>
                <a:cs typeface="Tahoma"/>
              </a:rPr>
              <a:t>just </a:t>
            </a:r>
            <a:r>
              <a:rPr sz="1100" spc="-45" dirty="0">
                <a:latin typeface="Tahoma"/>
                <a:cs typeface="Tahoma"/>
              </a:rPr>
              <a:t>dealing </a:t>
            </a:r>
            <a:r>
              <a:rPr sz="1100" spc="-25" dirty="0">
                <a:latin typeface="Tahoma"/>
                <a:cs typeface="Tahoma"/>
              </a:rPr>
              <a:t>with text </a:t>
            </a:r>
            <a:r>
              <a:rPr sz="1100" spc="-35" dirty="0">
                <a:latin typeface="Tahoma"/>
                <a:cs typeface="Tahoma"/>
              </a:rPr>
              <a:t>communication.</a:t>
            </a:r>
            <a:r>
              <a:rPr sz="1100" spc="-30" dirty="0">
                <a:latin typeface="Tahoma"/>
                <a:cs typeface="Tahoma"/>
              </a:rPr>
              <a:t> </a:t>
            </a:r>
            <a:r>
              <a:rPr sz="1100" spc="-35" dirty="0">
                <a:latin typeface="Tahoma"/>
                <a:cs typeface="Tahoma"/>
              </a:rPr>
              <a:t>There </a:t>
            </a:r>
            <a:r>
              <a:rPr sz="1100" spc="-30" dirty="0">
                <a:latin typeface="Tahoma"/>
                <a:cs typeface="Tahoma"/>
              </a:rPr>
              <a:t> </a:t>
            </a:r>
            <a:r>
              <a:rPr sz="1100" spc="-70" dirty="0">
                <a:latin typeface="Tahoma"/>
                <a:cs typeface="Tahoma"/>
              </a:rPr>
              <a:t>are</a:t>
            </a:r>
            <a:r>
              <a:rPr sz="1100" spc="-65" dirty="0">
                <a:latin typeface="Tahoma"/>
                <a:cs typeface="Tahoma"/>
              </a:rPr>
              <a:t> </a:t>
            </a:r>
            <a:r>
              <a:rPr sz="1100" spc="-55" dirty="0">
                <a:latin typeface="Tahoma"/>
                <a:cs typeface="Tahoma"/>
              </a:rPr>
              <a:t>several </a:t>
            </a:r>
            <a:r>
              <a:rPr sz="1100" spc="-30" dirty="0">
                <a:latin typeface="Tahoma"/>
                <a:cs typeface="Tahoma"/>
              </a:rPr>
              <a:t>chat </a:t>
            </a:r>
            <a:r>
              <a:rPr sz="1100" spc="-55" dirty="0">
                <a:latin typeface="Tahoma"/>
                <a:cs typeface="Tahoma"/>
              </a:rPr>
              <a:t>apps </a:t>
            </a:r>
            <a:r>
              <a:rPr sz="1100" spc="-40" dirty="0">
                <a:latin typeface="Tahoma"/>
                <a:cs typeface="Tahoma"/>
              </a:rPr>
              <a:t>which </a:t>
            </a:r>
            <a:r>
              <a:rPr sz="1100" spc="-70" dirty="0">
                <a:latin typeface="Tahoma"/>
                <a:cs typeface="Tahoma"/>
              </a:rPr>
              <a:t>serve</a:t>
            </a:r>
            <a:r>
              <a:rPr sz="1100" spc="-65" dirty="0">
                <a:latin typeface="Tahoma"/>
                <a:cs typeface="Tahoma"/>
              </a:rPr>
              <a:t> </a:t>
            </a:r>
            <a:r>
              <a:rPr sz="1100" spc="-35" dirty="0">
                <a:latin typeface="Tahoma"/>
                <a:cs typeface="Tahoma"/>
              </a:rPr>
              <a:t>similar </a:t>
            </a:r>
            <a:r>
              <a:rPr sz="1100" spc="-55" dirty="0">
                <a:latin typeface="Tahoma"/>
                <a:cs typeface="Tahoma"/>
              </a:rPr>
              <a:t>purpose </a:t>
            </a:r>
            <a:r>
              <a:rPr sz="1100" spc="-65" dirty="0">
                <a:latin typeface="Tahoma"/>
                <a:cs typeface="Tahoma"/>
              </a:rPr>
              <a:t>as</a:t>
            </a:r>
            <a:r>
              <a:rPr sz="1100" spc="-60" dirty="0">
                <a:latin typeface="Tahoma"/>
                <a:cs typeface="Tahoma"/>
              </a:rPr>
              <a:t> </a:t>
            </a:r>
            <a:r>
              <a:rPr sz="1100" spc="-25" dirty="0">
                <a:latin typeface="Tahoma"/>
                <a:cs typeface="Tahoma"/>
              </a:rPr>
              <a:t>this </a:t>
            </a:r>
            <a:r>
              <a:rPr sz="1100" spc="-40" dirty="0">
                <a:latin typeface="Tahoma"/>
                <a:cs typeface="Tahoma"/>
              </a:rPr>
              <a:t>project, </a:t>
            </a:r>
            <a:r>
              <a:rPr sz="1100" spc="-330" dirty="0">
                <a:latin typeface="Tahoma"/>
                <a:cs typeface="Tahoma"/>
              </a:rPr>
              <a:t> </a:t>
            </a:r>
            <a:r>
              <a:rPr sz="1100" spc="-25" dirty="0">
                <a:latin typeface="Tahoma"/>
                <a:cs typeface="Tahoma"/>
              </a:rPr>
              <a:t>but</a:t>
            </a:r>
            <a:r>
              <a:rPr sz="1100" spc="20" dirty="0">
                <a:latin typeface="Tahoma"/>
                <a:cs typeface="Tahoma"/>
              </a:rPr>
              <a:t> </a:t>
            </a:r>
            <a:r>
              <a:rPr sz="1100" spc="-60" dirty="0">
                <a:latin typeface="Tahoma"/>
                <a:cs typeface="Tahoma"/>
              </a:rPr>
              <a:t>these</a:t>
            </a:r>
            <a:r>
              <a:rPr sz="1100" spc="20" dirty="0">
                <a:latin typeface="Tahoma"/>
                <a:cs typeface="Tahoma"/>
              </a:rPr>
              <a:t> </a:t>
            </a:r>
            <a:r>
              <a:rPr sz="1100" spc="-55" dirty="0">
                <a:latin typeface="Tahoma"/>
                <a:cs typeface="Tahoma"/>
              </a:rPr>
              <a:t>apps</a:t>
            </a:r>
            <a:r>
              <a:rPr sz="1100" spc="20" dirty="0">
                <a:latin typeface="Tahoma"/>
                <a:cs typeface="Tahoma"/>
              </a:rPr>
              <a:t> </a:t>
            </a:r>
            <a:r>
              <a:rPr sz="1100" spc="-80" dirty="0">
                <a:latin typeface="Tahoma"/>
                <a:cs typeface="Tahoma"/>
              </a:rPr>
              <a:t>were</a:t>
            </a:r>
            <a:r>
              <a:rPr sz="1100" spc="20" dirty="0">
                <a:latin typeface="Tahoma"/>
                <a:cs typeface="Tahoma"/>
              </a:rPr>
              <a:t> </a:t>
            </a:r>
            <a:r>
              <a:rPr sz="1100" spc="-40" dirty="0">
                <a:latin typeface="Tahoma"/>
                <a:cs typeface="Tahoma"/>
              </a:rPr>
              <a:t>rather</a:t>
            </a:r>
            <a:r>
              <a:rPr sz="1100" spc="20" dirty="0">
                <a:latin typeface="Tahoma"/>
                <a:cs typeface="Tahoma"/>
              </a:rPr>
              <a:t> </a:t>
            </a:r>
            <a:r>
              <a:rPr sz="1100" spc="-20" dirty="0">
                <a:latin typeface="Tahoma"/>
                <a:cs typeface="Tahoma"/>
              </a:rPr>
              <a:t>difficult</a:t>
            </a:r>
            <a:r>
              <a:rPr sz="1100" spc="20" dirty="0">
                <a:latin typeface="Tahoma"/>
                <a:cs typeface="Tahoma"/>
              </a:rPr>
              <a:t> </a:t>
            </a:r>
            <a:r>
              <a:rPr sz="1100" spc="-55" dirty="0">
                <a:latin typeface="Tahoma"/>
                <a:cs typeface="Tahoma"/>
              </a:rPr>
              <a:t>15</a:t>
            </a:r>
            <a:r>
              <a:rPr sz="1100" spc="15" dirty="0">
                <a:latin typeface="Tahoma"/>
                <a:cs typeface="Tahoma"/>
              </a:rPr>
              <a:t> </a:t>
            </a:r>
            <a:r>
              <a:rPr sz="1100" spc="-15" dirty="0">
                <a:latin typeface="Tahoma"/>
                <a:cs typeface="Tahoma"/>
              </a:rPr>
              <a:t>to</a:t>
            </a:r>
            <a:r>
              <a:rPr sz="1100" spc="25" dirty="0">
                <a:latin typeface="Tahoma"/>
                <a:cs typeface="Tahoma"/>
              </a:rPr>
              <a:t> </a:t>
            </a:r>
            <a:r>
              <a:rPr sz="1100" spc="-75" dirty="0">
                <a:latin typeface="Tahoma"/>
                <a:cs typeface="Tahoma"/>
              </a:rPr>
              <a:t>use</a:t>
            </a:r>
            <a:r>
              <a:rPr sz="1100" spc="20" dirty="0">
                <a:latin typeface="Tahoma"/>
                <a:cs typeface="Tahoma"/>
              </a:rPr>
              <a:t> </a:t>
            </a:r>
            <a:r>
              <a:rPr sz="1100" spc="-50" dirty="0">
                <a:latin typeface="Tahoma"/>
                <a:cs typeface="Tahoma"/>
              </a:rPr>
              <a:t>and</a:t>
            </a:r>
            <a:r>
              <a:rPr sz="1100" spc="20" dirty="0">
                <a:latin typeface="Tahoma"/>
                <a:cs typeface="Tahoma"/>
              </a:rPr>
              <a:t> </a:t>
            </a:r>
            <a:r>
              <a:rPr sz="1100" spc="-50" dirty="0">
                <a:latin typeface="Tahoma"/>
                <a:cs typeface="Tahoma"/>
              </a:rPr>
              <a:t>provide </a:t>
            </a:r>
            <a:r>
              <a:rPr sz="1100" spc="-45" dirty="0">
                <a:latin typeface="Tahoma"/>
                <a:cs typeface="Tahoma"/>
              </a:rPr>
              <a:t> confusing</a:t>
            </a:r>
            <a:r>
              <a:rPr sz="1100" spc="15" dirty="0">
                <a:latin typeface="Tahoma"/>
                <a:cs typeface="Tahoma"/>
              </a:rPr>
              <a:t> </a:t>
            </a:r>
            <a:r>
              <a:rPr sz="1100" spc="-40" dirty="0">
                <a:latin typeface="Tahoma"/>
                <a:cs typeface="Tahoma"/>
              </a:rPr>
              <a:t>interfaces.</a:t>
            </a:r>
            <a:r>
              <a:rPr sz="1100" spc="140" dirty="0">
                <a:latin typeface="Tahoma"/>
                <a:cs typeface="Tahoma"/>
              </a:rPr>
              <a:t> </a:t>
            </a:r>
            <a:r>
              <a:rPr sz="1100" spc="65" dirty="0">
                <a:latin typeface="Tahoma"/>
                <a:cs typeface="Tahoma"/>
              </a:rPr>
              <a:t>A</a:t>
            </a:r>
            <a:r>
              <a:rPr sz="1100" spc="20" dirty="0">
                <a:latin typeface="Tahoma"/>
                <a:cs typeface="Tahoma"/>
              </a:rPr>
              <a:t> </a:t>
            </a:r>
            <a:r>
              <a:rPr sz="1100" spc="-30" dirty="0">
                <a:latin typeface="Tahoma"/>
                <a:cs typeface="Tahoma"/>
              </a:rPr>
              <a:t>positive</a:t>
            </a:r>
            <a:r>
              <a:rPr sz="1100" spc="15" dirty="0">
                <a:latin typeface="Tahoma"/>
                <a:cs typeface="Tahoma"/>
              </a:rPr>
              <a:t> </a:t>
            </a:r>
            <a:r>
              <a:rPr sz="1100" spc="-20" dirty="0">
                <a:latin typeface="Tahoma"/>
                <a:cs typeface="Tahoma"/>
              </a:rPr>
              <a:t>first</a:t>
            </a:r>
            <a:r>
              <a:rPr sz="1100" spc="15" dirty="0">
                <a:latin typeface="Tahoma"/>
                <a:cs typeface="Tahoma"/>
              </a:rPr>
              <a:t> </a:t>
            </a:r>
            <a:r>
              <a:rPr sz="1100" spc="-50" dirty="0">
                <a:latin typeface="Tahoma"/>
                <a:cs typeface="Tahoma"/>
              </a:rPr>
              <a:t>impression</a:t>
            </a:r>
            <a:r>
              <a:rPr sz="1100" spc="20" dirty="0">
                <a:latin typeface="Tahoma"/>
                <a:cs typeface="Tahoma"/>
              </a:rPr>
              <a:t> </a:t>
            </a:r>
            <a:r>
              <a:rPr sz="1100" spc="-35" dirty="0">
                <a:latin typeface="Tahoma"/>
                <a:cs typeface="Tahoma"/>
              </a:rPr>
              <a:t>is</a:t>
            </a:r>
            <a:r>
              <a:rPr sz="1100" spc="20" dirty="0">
                <a:latin typeface="Tahoma"/>
                <a:cs typeface="Tahoma"/>
              </a:rPr>
              <a:t> </a:t>
            </a:r>
            <a:r>
              <a:rPr sz="1100" spc="-45" dirty="0">
                <a:latin typeface="Tahoma"/>
                <a:cs typeface="Tahoma"/>
              </a:rPr>
              <a:t>essential</a:t>
            </a:r>
            <a:r>
              <a:rPr sz="1100" spc="15" dirty="0">
                <a:latin typeface="Tahoma"/>
                <a:cs typeface="Tahoma"/>
              </a:rPr>
              <a:t> </a:t>
            </a:r>
            <a:r>
              <a:rPr sz="1100" spc="-25" dirty="0">
                <a:latin typeface="Tahoma"/>
                <a:cs typeface="Tahoma"/>
              </a:rPr>
              <a:t>in </a:t>
            </a:r>
            <a:r>
              <a:rPr sz="1100" spc="-20" dirty="0">
                <a:latin typeface="Tahoma"/>
                <a:cs typeface="Tahoma"/>
              </a:rPr>
              <a:t> </a:t>
            </a:r>
            <a:r>
              <a:rPr sz="1100" spc="-55" dirty="0">
                <a:latin typeface="Tahoma"/>
                <a:cs typeface="Tahoma"/>
              </a:rPr>
              <a:t>human</a:t>
            </a:r>
            <a:r>
              <a:rPr sz="1100" spc="25" dirty="0">
                <a:latin typeface="Tahoma"/>
                <a:cs typeface="Tahoma"/>
              </a:rPr>
              <a:t> </a:t>
            </a:r>
            <a:r>
              <a:rPr sz="1100" spc="-35" dirty="0">
                <a:latin typeface="Tahoma"/>
                <a:cs typeface="Tahoma"/>
              </a:rPr>
              <a:t>relationship</a:t>
            </a:r>
            <a:r>
              <a:rPr sz="1100" spc="25" dirty="0">
                <a:latin typeface="Tahoma"/>
                <a:cs typeface="Tahoma"/>
              </a:rPr>
              <a:t> </a:t>
            </a:r>
            <a:r>
              <a:rPr sz="1100" spc="-65" dirty="0">
                <a:latin typeface="Tahoma"/>
                <a:cs typeface="Tahoma"/>
              </a:rPr>
              <a:t>as</a:t>
            </a:r>
            <a:r>
              <a:rPr sz="1100" spc="25" dirty="0">
                <a:latin typeface="Tahoma"/>
                <a:cs typeface="Tahoma"/>
              </a:rPr>
              <a:t> </a:t>
            </a:r>
            <a:r>
              <a:rPr sz="1100" spc="-50" dirty="0">
                <a:latin typeface="Tahoma"/>
                <a:cs typeface="Tahoma"/>
              </a:rPr>
              <a:t>well</a:t>
            </a:r>
            <a:r>
              <a:rPr sz="1100" spc="25" dirty="0">
                <a:latin typeface="Tahoma"/>
                <a:cs typeface="Tahoma"/>
              </a:rPr>
              <a:t> </a:t>
            </a:r>
            <a:r>
              <a:rPr sz="1100" spc="-65" dirty="0">
                <a:latin typeface="Tahoma"/>
                <a:cs typeface="Tahoma"/>
              </a:rPr>
              <a:t>as</a:t>
            </a:r>
            <a:r>
              <a:rPr sz="1100" spc="25" dirty="0">
                <a:latin typeface="Tahoma"/>
                <a:cs typeface="Tahoma"/>
              </a:rPr>
              <a:t> </a:t>
            </a:r>
            <a:r>
              <a:rPr sz="1100" spc="-25" dirty="0">
                <a:latin typeface="Tahoma"/>
                <a:cs typeface="Tahoma"/>
              </a:rPr>
              <a:t>in</a:t>
            </a:r>
            <a:r>
              <a:rPr sz="1100" spc="25" dirty="0">
                <a:latin typeface="Tahoma"/>
                <a:cs typeface="Tahoma"/>
              </a:rPr>
              <a:t> </a:t>
            </a:r>
            <a:r>
              <a:rPr sz="1100" spc="-55" dirty="0">
                <a:latin typeface="Tahoma"/>
                <a:cs typeface="Tahoma"/>
              </a:rPr>
              <a:t>human</a:t>
            </a:r>
            <a:r>
              <a:rPr sz="1100" spc="30" dirty="0">
                <a:latin typeface="Tahoma"/>
                <a:cs typeface="Tahoma"/>
              </a:rPr>
              <a:t> </a:t>
            </a:r>
            <a:r>
              <a:rPr sz="1100" spc="-45" dirty="0">
                <a:latin typeface="Tahoma"/>
                <a:cs typeface="Tahoma"/>
              </a:rPr>
              <a:t>computer</a:t>
            </a:r>
            <a:r>
              <a:rPr sz="1100" spc="25" dirty="0">
                <a:latin typeface="Tahoma"/>
                <a:cs typeface="Tahoma"/>
              </a:rPr>
              <a:t> </a:t>
            </a:r>
            <a:r>
              <a:rPr sz="1100" spc="-30" dirty="0">
                <a:latin typeface="Tahoma"/>
                <a:cs typeface="Tahoma"/>
              </a:rPr>
              <a:t>interaction.</a:t>
            </a:r>
            <a:endParaRPr sz="1100" dirty="0">
              <a:latin typeface="Tahoma"/>
              <a:cs typeface="Tahoma"/>
            </a:endParaRPr>
          </a:p>
          <a:p>
            <a:pPr marL="12700" marR="48260" algn="just">
              <a:lnSpc>
                <a:spcPct val="118000"/>
              </a:lnSpc>
            </a:pPr>
            <a:r>
              <a:rPr sz="1100" spc="-5" dirty="0">
                <a:latin typeface="Tahoma"/>
                <a:cs typeface="Tahoma"/>
              </a:rPr>
              <a:t>This</a:t>
            </a:r>
            <a:r>
              <a:rPr sz="1100" spc="20" dirty="0">
                <a:latin typeface="Tahoma"/>
                <a:cs typeface="Tahoma"/>
              </a:rPr>
              <a:t> </a:t>
            </a:r>
            <a:r>
              <a:rPr sz="1100" spc="-40" dirty="0">
                <a:latin typeface="Tahoma"/>
                <a:cs typeface="Tahoma"/>
              </a:rPr>
              <a:t>project</a:t>
            </a:r>
            <a:r>
              <a:rPr sz="1100" spc="20" dirty="0">
                <a:latin typeface="Tahoma"/>
                <a:cs typeface="Tahoma"/>
              </a:rPr>
              <a:t> </a:t>
            </a:r>
            <a:r>
              <a:rPr sz="1100" spc="-60" dirty="0">
                <a:latin typeface="Tahoma"/>
                <a:cs typeface="Tahoma"/>
              </a:rPr>
              <a:t>hopes</a:t>
            </a:r>
            <a:r>
              <a:rPr sz="1100" spc="20" dirty="0">
                <a:latin typeface="Tahoma"/>
                <a:cs typeface="Tahoma"/>
              </a:rPr>
              <a:t> </a:t>
            </a:r>
            <a:r>
              <a:rPr sz="1100" spc="-15" dirty="0">
                <a:latin typeface="Tahoma"/>
                <a:cs typeface="Tahoma"/>
              </a:rPr>
              <a:t>to</a:t>
            </a:r>
            <a:r>
              <a:rPr sz="1100" spc="20" dirty="0">
                <a:latin typeface="Tahoma"/>
                <a:cs typeface="Tahoma"/>
              </a:rPr>
              <a:t> </a:t>
            </a:r>
            <a:r>
              <a:rPr sz="1100" spc="-55" dirty="0">
                <a:latin typeface="Tahoma"/>
                <a:cs typeface="Tahoma"/>
              </a:rPr>
              <a:t>develop</a:t>
            </a:r>
            <a:r>
              <a:rPr sz="1100" spc="20" dirty="0">
                <a:latin typeface="Tahoma"/>
                <a:cs typeface="Tahoma"/>
              </a:rPr>
              <a:t> </a:t>
            </a:r>
            <a:r>
              <a:rPr sz="1100" spc="-55" dirty="0">
                <a:latin typeface="Tahoma"/>
                <a:cs typeface="Tahoma"/>
              </a:rPr>
              <a:t>a</a:t>
            </a:r>
            <a:r>
              <a:rPr sz="1100" spc="20" dirty="0">
                <a:latin typeface="Tahoma"/>
                <a:cs typeface="Tahoma"/>
              </a:rPr>
              <a:t> </a:t>
            </a:r>
            <a:r>
              <a:rPr sz="1100" spc="-30" dirty="0">
                <a:latin typeface="Tahoma"/>
                <a:cs typeface="Tahoma"/>
              </a:rPr>
              <a:t>chat</a:t>
            </a:r>
            <a:r>
              <a:rPr sz="1100" spc="25" dirty="0">
                <a:latin typeface="Tahoma"/>
                <a:cs typeface="Tahoma"/>
              </a:rPr>
              <a:t> </a:t>
            </a:r>
            <a:r>
              <a:rPr sz="1100" spc="-50" dirty="0">
                <a:latin typeface="Tahoma"/>
                <a:cs typeface="Tahoma"/>
              </a:rPr>
              <a:t>service</a:t>
            </a:r>
            <a:r>
              <a:rPr sz="1100" spc="20" dirty="0">
                <a:latin typeface="Tahoma"/>
                <a:cs typeface="Tahoma"/>
              </a:rPr>
              <a:t> </a:t>
            </a:r>
            <a:r>
              <a:rPr sz="1100" spc="-50" dirty="0">
                <a:latin typeface="Tahoma"/>
                <a:cs typeface="Tahoma"/>
              </a:rPr>
              <a:t>Web</a:t>
            </a:r>
            <a:r>
              <a:rPr sz="1100" spc="20" dirty="0">
                <a:latin typeface="Tahoma"/>
                <a:cs typeface="Tahoma"/>
              </a:rPr>
              <a:t> </a:t>
            </a:r>
            <a:r>
              <a:rPr sz="1100" spc="-50" dirty="0">
                <a:latin typeface="Tahoma"/>
                <a:cs typeface="Tahoma"/>
              </a:rPr>
              <a:t>app</a:t>
            </a:r>
            <a:r>
              <a:rPr sz="1100" spc="20" dirty="0">
                <a:latin typeface="Tahoma"/>
                <a:cs typeface="Tahoma"/>
              </a:rPr>
              <a:t> </a:t>
            </a:r>
            <a:r>
              <a:rPr sz="1100" spc="-25" dirty="0">
                <a:latin typeface="Tahoma"/>
                <a:cs typeface="Tahoma"/>
              </a:rPr>
              <a:t>with</a:t>
            </a:r>
            <a:r>
              <a:rPr sz="1100" spc="20" dirty="0">
                <a:latin typeface="Tahoma"/>
                <a:cs typeface="Tahoma"/>
              </a:rPr>
              <a:t> </a:t>
            </a:r>
            <a:r>
              <a:rPr sz="1100" spc="-40" dirty="0">
                <a:latin typeface="Tahoma"/>
                <a:cs typeface="Tahoma"/>
              </a:rPr>
              <a:t>high </a:t>
            </a:r>
            <a:r>
              <a:rPr sz="1100" spc="-330" dirty="0">
                <a:latin typeface="Tahoma"/>
                <a:cs typeface="Tahoma"/>
              </a:rPr>
              <a:t> </a:t>
            </a:r>
            <a:r>
              <a:rPr sz="1100" spc="-30" dirty="0">
                <a:latin typeface="Tahoma"/>
                <a:cs typeface="Tahoma"/>
              </a:rPr>
              <a:t>quality</a:t>
            </a:r>
            <a:r>
              <a:rPr sz="1100" spc="20" dirty="0">
                <a:latin typeface="Tahoma"/>
                <a:cs typeface="Tahoma"/>
              </a:rPr>
              <a:t> </a:t>
            </a:r>
            <a:r>
              <a:rPr sz="1100" spc="-65" dirty="0">
                <a:latin typeface="Tahoma"/>
                <a:cs typeface="Tahoma"/>
              </a:rPr>
              <a:t>user</a:t>
            </a:r>
            <a:r>
              <a:rPr sz="1100" spc="30" dirty="0">
                <a:latin typeface="Tahoma"/>
                <a:cs typeface="Tahoma"/>
              </a:rPr>
              <a:t> </a:t>
            </a:r>
            <a:r>
              <a:rPr sz="1100" spc="-40" dirty="0">
                <a:latin typeface="Tahoma"/>
                <a:cs typeface="Tahoma"/>
              </a:rPr>
              <a:t>interface.</a:t>
            </a:r>
            <a:r>
              <a:rPr sz="1100" spc="155" dirty="0">
                <a:latin typeface="Tahoma"/>
                <a:cs typeface="Tahoma"/>
              </a:rPr>
              <a:t> </a:t>
            </a:r>
            <a:r>
              <a:rPr sz="1100" spc="-80" dirty="0">
                <a:latin typeface="Tahoma"/>
                <a:cs typeface="Tahoma"/>
              </a:rPr>
              <a:t>In</a:t>
            </a:r>
            <a:r>
              <a:rPr sz="1100" spc="30" dirty="0">
                <a:latin typeface="Tahoma"/>
                <a:cs typeface="Tahoma"/>
              </a:rPr>
              <a:t> </a:t>
            </a:r>
            <a:r>
              <a:rPr sz="1100" spc="-40" dirty="0">
                <a:latin typeface="Tahoma"/>
                <a:cs typeface="Tahoma"/>
              </a:rPr>
              <a:t>future</a:t>
            </a:r>
            <a:r>
              <a:rPr sz="1100" spc="30" dirty="0">
                <a:latin typeface="Tahoma"/>
                <a:cs typeface="Tahoma"/>
              </a:rPr>
              <a:t> </a:t>
            </a:r>
            <a:r>
              <a:rPr sz="1100" spc="-105" dirty="0">
                <a:latin typeface="Tahoma"/>
                <a:cs typeface="Tahoma"/>
              </a:rPr>
              <a:t>we</a:t>
            </a:r>
            <a:r>
              <a:rPr sz="1100" spc="30" dirty="0">
                <a:latin typeface="Tahoma"/>
                <a:cs typeface="Tahoma"/>
              </a:rPr>
              <a:t> </a:t>
            </a:r>
            <a:r>
              <a:rPr sz="1100" spc="-65" dirty="0">
                <a:latin typeface="Tahoma"/>
                <a:cs typeface="Tahoma"/>
              </a:rPr>
              <a:t>may</a:t>
            </a:r>
            <a:r>
              <a:rPr sz="1100" spc="25" dirty="0">
                <a:latin typeface="Tahoma"/>
                <a:cs typeface="Tahoma"/>
              </a:rPr>
              <a:t> </a:t>
            </a:r>
            <a:r>
              <a:rPr sz="1100" spc="-55" dirty="0">
                <a:latin typeface="Tahoma"/>
                <a:cs typeface="Tahoma"/>
              </a:rPr>
              <a:t>be</a:t>
            </a:r>
            <a:r>
              <a:rPr sz="1100" spc="30" dirty="0">
                <a:latin typeface="Tahoma"/>
                <a:cs typeface="Tahoma"/>
              </a:rPr>
              <a:t> </a:t>
            </a:r>
            <a:r>
              <a:rPr sz="1100" spc="-60" dirty="0">
                <a:latin typeface="Tahoma"/>
                <a:cs typeface="Tahoma"/>
              </a:rPr>
              <a:t>extended</a:t>
            </a:r>
            <a:r>
              <a:rPr sz="1100" spc="30" dirty="0">
                <a:latin typeface="Tahoma"/>
                <a:cs typeface="Tahoma"/>
              </a:rPr>
              <a:t> </a:t>
            </a:r>
            <a:r>
              <a:rPr sz="1100" spc="-15" dirty="0">
                <a:latin typeface="Tahoma"/>
                <a:cs typeface="Tahoma"/>
              </a:rPr>
              <a:t>to</a:t>
            </a:r>
            <a:r>
              <a:rPr sz="1100" spc="30" dirty="0">
                <a:latin typeface="Tahoma"/>
                <a:cs typeface="Tahoma"/>
              </a:rPr>
              <a:t> </a:t>
            </a:r>
            <a:r>
              <a:rPr sz="1100" spc="-40" dirty="0">
                <a:latin typeface="Tahoma"/>
                <a:cs typeface="Tahoma"/>
              </a:rPr>
              <a:t>include </a:t>
            </a:r>
            <a:r>
              <a:rPr sz="1100" spc="-35" dirty="0">
                <a:latin typeface="Tahoma"/>
                <a:cs typeface="Tahoma"/>
              </a:rPr>
              <a:t> </a:t>
            </a:r>
            <a:r>
              <a:rPr sz="1100" spc="-50" dirty="0">
                <a:latin typeface="Tahoma"/>
                <a:cs typeface="Tahoma"/>
              </a:rPr>
              <a:t>features</a:t>
            </a:r>
            <a:r>
              <a:rPr lang="en-US" sz="1100" spc="-50" dirty="0">
                <a:latin typeface="Tahoma"/>
                <a:cs typeface="Tahoma"/>
              </a:rPr>
              <a:t>.</a:t>
            </a:r>
            <a:endParaRPr sz="1100" spc="-50" dirty="0">
              <a:latin typeface="Tahoma"/>
              <a:cs typeface="Tahoma"/>
            </a:endParaRPr>
          </a:p>
          <a:p>
            <a:pPr marL="12700" marR="48260" algn="just">
              <a:lnSpc>
                <a:spcPct val="118000"/>
              </a:lnSpc>
            </a:pPr>
            <a:endParaRPr lang="en-US" sz="1100" spc="-50" dirty="0">
              <a:latin typeface="Tahoma"/>
              <a:cs typeface="Tahoma"/>
            </a:endParaRPr>
          </a:p>
          <a:p>
            <a:pPr marL="12700" marR="48260">
              <a:lnSpc>
                <a:spcPct val="118000"/>
              </a:lnSpc>
            </a:pPr>
            <a:endParaRPr lang="en-US" sz="1100" spc="-50" dirty="0">
              <a:latin typeface="Tahoma"/>
              <a:cs typeface="Tahoma"/>
            </a:endParaRPr>
          </a:p>
          <a:p>
            <a:pPr marL="12700" marR="48260">
              <a:lnSpc>
                <a:spcPct val="118000"/>
              </a:lnSpc>
            </a:pPr>
            <a:endParaRPr sz="1100" dirty="0">
              <a:latin typeface="Tahoma"/>
              <a:cs typeface="Tahoma"/>
            </a:endParaRPr>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9250" y="53975"/>
            <a:ext cx="1447800" cy="215444"/>
          </a:xfrm>
        </p:spPr>
        <p:txBody>
          <a:bodyPr/>
          <a:lstStyle/>
          <a:p>
            <a:pPr marL="12700">
              <a:spcBef>
                <a:spcPts val="135"/>
              </a:spcBef>
            </a:pPr>
            <a:r>
              <a:rPr lang="en-US" sz="1400" spc="-40" dirty="0">
                <a:solidFill>
                  <a:srgbClr val="B40404"/>
                </a:solidFill>
              </a:rPr>
              <a:t>Future Work</a:t>
            </a:r>
            <a:endParaRPr lang="en-IN" sz="1400" spc="-40" dirty="0">
              <a:solidFill>
                <a:srgbClr val="B40404"/>
              </a:solidFill>
            </a:endParaRPr>
          </a:p>
        </p:txBody>
      </p:sp>
      <p:sp>
        <p:nvSpPr>
          <p:cNvPr id="3" name="Text Placeholder 2"/>
          <p:cNvSpPr>
            <a:spLocks noGrp="1"/>
          </p:cNvSpPr>
          <p:nvPr>
            <p:ph type="body" idx="1"/>
          </p:nvPr>
        </p:nvSpPr>
        <p:spPr>
          <a:xfrm>
            <a:off x="247650" y="434975"/>
            <a:ext cx="4191000" cy="2375843"/>
          </a:xfrm>
        </p:spPr>
        <p:txBody>
          <a:bodyPr/>
          <a:lstStyle/>
          <a:p>
            <a:pPr marL="12700" algn="just" rtl="0">
              <a:lnSpc>
                <a:spcPct val="118000"/>
              </a:lnSpc>
            </a:pPr>
            <a:r>
              <a:rPr lang="en-IN" kern="1200" spc="-50" dirty="0"/>
              <a:t>In schools, assessments serve two goals. Each exam provides an opportunity for the students to demonstrate what they have learned, get feedback on their errors, and enhance their performance. Teachers can use it as a fantastic tool to evaluate the efficacy of their preferred method 51 of instruction. What does assessment mean in terms of education? Information is gathered from a variety of sources during an assessment to determine the student’s level of understanding and expertise. By going over and examining this data in its context, it could be feasible to establish what worked and what </a:t>
            </a:r>
            <a:r>
              <a:rPr lang="en-IN" kern="1200" spc="-50" dirty="0" err="1"/>
              <a:t>didn’t.What</a:t>
            </a:r>
            <a:r>
              <a:rPr lang="en-IN" kern="1200" spc="-50" dirty="0"/>
              <a:t> function does assessment serve? user can good understand their errors or feedback they got through evaluations. feedback could also shown an another chance to </a:t>
            </a:r>
            <a:r>
              <a:rPr lang="en-IN" kern="1200" spc="-50" dirty="0" err="1"/>
              <a:t>adapte</a:t>
            </a:r>
            <a:r>
              <a:rPr lang="en-IN" kern="1200" spc="-50" dirty="0"/>
              <a:t> the knowledge and again the test to shown better.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90650" y="64932"/>
            <a:ext cx="1905000" cy="232756"/>
          </a:xfrm>
          <a:prstGeom prst="rect">
            <a:avLst/>
          </a:prstGeom>
        </p:spPr>
        <p:txBody>
          <a:bodyPr vert="horz" wrap="square" lIns="0" tIns="17145" rIns="0" bIns="0" rtlCol="0">
            <a:spAutoFit/>
          </a:bodyPr>
          <a:lstStyle/>
          <a:p>
            <a:pPr marL="12700">
              <a:lnSpc>
                <a:spcPct val="100000"/>
              </a:lnSpc>
              <a:spcBef>
                <a:spcPts val="135"/>
              </a:spcBef>
            </a:pPr>
            <a:r>
              <a:rPr lang="en-US" sz="1400" spc="-60" dirty="0">
                <a:solidFill>
                  <a:srgbClr val="B40404"/>
                </a:solidFill>
                <a:latin typeface="Tahoma"/>
                <a:cs typeface="Tahoma"/>
              </a:rPr>
              <a:t>   Project  </a:t>
            </a:r>
            <a:r>
              <a:rPr sz="1400" spc="-60" dirty="0">
                <a:solidFill>
                  <a:srgbClr val="B40404"/>
                </a:solidFill>
                <a:latin typeface="Tahoma"/>
                <a:cs typeface="Tahoma"/>
              </a:rPr>
              <a:t>Interface</a:t>
            </a:r>
            <a:endParaRPr sz="1400" dirty="0">
              <a:latin typeface="Tahoma"/>
              <a:cs typeface="Tahoma"/>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675"/>
              </a:lnSpc>
            </a:pPr>
            <a:fld id="{81D60167-4931-47E6-BA6A-407CBD079E47}" type="slidenum">
              <a:rPr dirty="0"/>
              <a:pPr marL="38100">
                <a:lnSpc>
                  <a:spcPts val="675"/>
                </a:lnSpc>
              </a:pPr>
              <a:t>24</a:t>
            </a:fld>
            <a:r>
              <a:rPr spc="-75" dirty="0"/>
              <a:t> </a:t>
            </a:r>
            <a:r>
              <a:rPr dirty="0"/>
              <a:t>/</a:t>
            </a:r>
            <a:r>
              <a:rPr spc="-75" dirty="0"/>
              <a:t> </a:t>
            </a:r>
            <a:r>
              <a:rPr dirty="0"/>
              <a:t>13</a:t>
            </a:r>
          </a:p>
        </p:txBody>
      </p:sp>
      <p:pic>
        <p:nvPicPr>
          <p:cNvPr id="5" name="Picture 4">
            <a:extLst>
              <a:ext uri="{FF2B5EF4-FFF2-40B4-BE49-F238E27FC236}">
                <a16:creationId xmlns:a16="http://schemas.microsoft.com/office/drawing/2014/main" xmlns="" id="{FECA96C8-5E60-F7D0-D697-1F8E3AACD409}"/>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14450" y="739775"/>
            <a:ext cx="1707766" cy="2601469"/>
          </a:xfrm>
          <a:prstGeom prst="rect">
            <a:avLst/>
          </a:prstGeom>
        </p:spPr>
      </p:pic>
      <p:sp>
        <p:nvSpPr>
          <p:cNvPr id="7" name="object 2"/>
          <p:cNvSpPr txBox="1"/>
          <p:nvPr/>
        </p:nvSpPr>
        <p:spPr>
          <a:xfrm>
            <a:off x="1314450" y="434975"/>
            <a:ext cx="1905000" cy="232756"/>
          </a:xfrm>
          <a:prstGeom prst="rect">
            <a:avLst/>
          </a:prstGeom>
        </p:spPr>
        <p:txBody>
          <a:bodyPr vert="horz" wrap="square" lIns="0" tIns="17145" rIns="0" bIns="0" rtlCol="0">
            <a:spAutoFit/>
          </a:bodyPr>
          <a:lstStyle/>
          <a:p>
            <a:pPr marL="12700">
              <a:lnSpc>
                <a:spcPct val="100000"/>
              </a:lnSpc>
              <a:spcBef>
                <a:spcPts val="135"/>
              </a:spcBef>
            </a:pPr>
            <a:r>
              <a:rPr lang="en-US" sz="1400" spc="-60" dirty="0">
                <a:solidFill>
                  <a:srgbClr val="B40404"/>
                </a:solidFill>
                <a:latin typeface="Tahoma"/>
                <a:cs typeface="Tahoma"/>
              </a:rPr>
              <a:t>   </a:t>
            </a:r>
            <a:r>
              <a:rPr lang="en-US" sz="1400" spc="-60" dirty="0">
                <a:solidFill>
                  <a:schemeClr val="tx2">
                    <a:lumMod val="60000"/>
                    <a:lumOff val="40000"/>
                  </a:schemeClr>
                </a:solidFill>
                <a:latin typeface="Tahoma"/>
                <a:cs typeface="Tahoma"/>
              </a:rPr>
              <a:t>Login  </a:t>
            </a:r>
            <a:r>
              <a:rPr sz="1400" spc="-60" dirty="0">
                <a:solidFill>
                  <a:schemeClr val="tx2">
                    <a:lumMod val="60000"/>
                    <a:lumOff val="40000"/>
                  </a:schemeClr>
                </a:solidFill>
                <a:latin typeface="Tahoma"/>
                <a:cs typeface="Tahoma"/>
              </a:rPr>
              <a:t>Interface</a:t>
            </a:r>
            <a:endParaRPr sz="1400" dirty="0">
              <a:solidFill>
                <a:schemeClr val="tx2">
                  <a:lumMod val="60000"/>
                  <a:lumOff val="40000"/>
                </a:schemeClr>
              </a:solidFill>
              <a:latin typeface="Tahoma"/>
              <a:cs typeface="Tahoma"/>
            </a:endParaRPr>
          </a:p>
        </p:txBody>
      </p:sp>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DAFA7F86-AE9E-C2FE-3F6D-6D36605E3E34}"/>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466850" y="663575"/>
            <a:ext cx="1676400" cy="2601469"/>
          </a:xfrm>
          <a:prstGeom prst="rect">
            <a:avLst/>
          </a:prstGeom>
        </p:spPr>
      </p:pic>
      <p:sp>
        <p:nvSpPr>
          <p:cNvPr id="3" name="object 2"/>
          <p:cNvSpPr txBox="1"/>
          <p:nvPr/>
        </p:nvSpPr>
        <p:spPr>
          <a:xfrm>
            <a:off x="1314450" y="53975"/>
            <a:ext cx="1905000" cy="232756"/>
          </a:xfrm>
          <a:prstGeom prst="rect">
            <a:avLst/>
          </a:prstGeom>
        </p:spPr>
        <p:txBody>
          <a:bodyPr vert="horz" wrap="square" lIns="0" tIns="17145" rIns="0" bIns="0" rtlCol="0">
            <a:spAutoFit/>
          </a:bodyPr>
          <a:lstStyle/>
          <a:p>
            <a:pPr marL="12700">
              <a:lnSpc>
                <a:spcPct val="100000"/>
              </a:lnSpc>
              <a:spcBef>
                <a:spcPts val="135"/>
              </a:spcBef>
            </a:pPr>
            <a:r>
              <a:rPr lang="en-US" sz="1400" spc="-60" dirty="0">
                <a:solidFill>
                  <a:srgbClr val="B40404"/>
                </a:solidFill>
                <a:latin typeface="Tahoma"/>
                <a:cs typeface="Tahoma"/>
              </a:rPr>
              <a:t>      Register Interface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3050" y="130175"/>
            <a:ext cx="1360805" cy="215444"/>
          </a:xfrm>
        </p:spPr>
        <p:txBody>
          <a:bodyPr/>
          <a:lstStyle/>
          <a:p>
            <a:r>
              <a:rPr lang="en-US" sz="1400" kern="1200" spc="-60" dirty="0">
                <a:solidFill>
                  <a:srgbClr val="B40404"/>
                </a:solidFill>
                <a:ea typeface="+mn-ea"/>
              </a:rPr>
              <a:t>Student  Interface</a:t>
            </a:r>
            <a:endParaRPr lang="en-IN" sz="1400" kern="1200" spc="-60" dirty="0">
              <a:solidFill>
                <a:srgbClr val="B40404"/>
              </a:solidFill>
              <a:ea typeface="+mn-ea"/>
            </a:endParaRPr>
          </a:p>
        </p:txBody>
      </p:sp>
      <p:sp>
        <p:nvSpPr>
          <p:cNvPr id="3" name="Text Placeholder 2"/>
          <p:cNvSpPr>
            <a:spLocks noGrp="1"/>
          </p:cNvSpPr>
          <p:nvPr>
            <p:ph type="body" idx="1"/>
          </p:nvPr>
        </p:nvSpPr>
        <p:spPr>
          <a:xfrm>
            <a:off x="552450" y="968375"/>
            <a:ext cx="3537584" cy="893444"/>
          </a:xfrm>
        </p:spPr>
        <p:txBody>
          <a:bodyPr/>
          <a:lstStyle/>
          <a:p>
            <a:endParaRPr lang="en-IN" dirty="0"/>
          </a:p>
        </p:txBody>
      </p:sp>
      <p:pic>
        <p:nvPicPr>
          <p:cNvPr id="1027" name="Picture 3" descr="C:\Users\Welcome\Downloads\intefface.png"/>
          <p:cNvPicPr>
            <a:picLocks noChangeAspect="1" noChangeArrowheads="1"/>
          </p:cNvPicPr>
          <p:nvPr/>
        </p:nvPicPr>
        <p:blipFill>
          <a:blip r:embed="rId2" cstate="print"/>
          <a:srcRect/>
          <a:stretch>
            <a:fillRect/>
          </a:stretch>
        </p:blipFill>
        <p:spPr bwMode="auto">
          <a:xfrm>
            <a:off x="323850" y="434975"/>
            <a:ext cx="3733801" cy="2873374"/>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3050" y="53975"/>
            <a:ext cx="1360805" cy="215444"/>
          </a:xfrm>
        </p:spPr>
        <p:txBody>
          <a:bodyPr/>
          <a:lstStyle/>
          <a:p>
            <a:r>
              <a:rPr lang="en-US" sz="1400" kern="1200" spc="-60" dirty="0">
                <a:solidFill>
                  <a:srgbClr val="B40404"/>
                </a:solidFill>
                <a:ea typeface="+mn-ea"/>
              </a:rPr>
              <a:t>Faculty</a:t>
            </a:r>
            <a:r>
              <a:rPr lang="en-US" dirty="0"/>
              <a:t> </a:t>
            </a:r>
            <a:r>
              <a:rPr lang="en-US" sz="1400" kern="1200" spc="-60" dirty="0">
                <a:solidFill>
                  <a:srgbClr val="B40404"/>
                </a:solidFill>
                <a:ea typeface="+mn-ea"/>
              </a:rPr>
              <a:t>Interface</a:t>
            </a:r>
            <a:endParaRPr lang="en-IN" sz="1400" kern="1200" spc="-60" dirty="0">
              <a:solidFill>
                <a:srgbClr val="B40404"/>
              </a:solidFill>
              <a:ea typeface="+mn-ea"/>
            </a:endParaRPr>
          </a:p>
        </p:txBody>
      </p:sp>
      <p:pic>
        <p:nvPicPr>
          <p:cNvPr id="2050" name="Picture 2" descr="C:\Users\Welcome\Downloads\inter.png"/>
          <p:cNvPicPr>
            <a:picLocks noChangeAspect="1" noChangeArrowheads="1"/>
          </p:cNvPicPr>
          <p:nvPr/>
        </p:nvPicPr>
        <p:blipFill>
          <a:blip r:embed="rId2" cstate="print"/>
          <a:srcRect/>
          <a:stretch>
            <a:fillRect/>
          </a:stretch>
        </p:blipFill>
        <p:spPr bwMode="auto">
          <a:xfrm>
            <a:off x="400050" y="434975"/>
            <a:ext cx="3588559" cy="2743201"/>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3050" y="130175"/>
            <a:ext cx="1360805" cy="215444"/>
          </a:xfrm>
        </p:spPr>
        <p:txBody>
          <a:bodyPr/>
          <a:lstStyle/>
          <a:p>
            <a:pPr marL="12700" algn="l" rtl="0">
              <a:spcBef>
                <a:spcPts val="135"/>
              </a:spcBef>
            </a:pPr>
            <a:r>
              <a:rPr lang="en-US" sz="1400" kern="1200" dirty="0">
                <a:solidFill>
                  <a:srgbClr val="B40404"/>
                </a:solidFill>
                <a:ea typeface="+mn-ea"/>
              </a:rPr>
              <a:t>    Test Cases</a:t>
            </a:r>
            <a:endParaRPr lang="en-IN" sz="1400" kern="1200" dirty="0">
              <a:solidFill>
                <a:srgbClr val="B40404"/>
              </a:solidFill>
              <a:ea typeface="+mn-ea"/>
            </a:endParaRPr>
          </a:p>
        </p:txBody>
      </p:sp>
      <p:sp>
        <p:nvSpPr>
          <p:cNvPr id="3" name="Text Placeholder 2"/>
          <p:cNvSpPr>
            <a:spLocks noGrp="1"/>
          </p:cNvSpPr>
          <p:nvPr>
            <p:ph type="body" idx="1"/>
          </p:nvPr>
        </p:nvSpPr>
        <p:spPr/>
        <p:txBody>
          <a:bodyPr/>
          <a:lstStyle/>
          <a:p>
            <a:endParaRPr lang="en-IN" dirty="0"/>
          </a:p>
        </p:txBody>
      </p:sp>
      <p:pic>
        <p:nvPicPr>
          <p:cNvPr id="5122" name="Picture 2" descr="C:\Users\Welcome\Downloads\test case1 (2).jpg"/>
          <p:cNvPicPr>
            <a:picLocks noChangeAspect="1" noChangeArrowheads="1"/>
          </p:cNvPicPr>
          <p:nvPr/>
        </p:nvPicPr>
        <p:blipFill>
          <a:blip r:embed="rId2" cstate="print"/>
          <a:srcRect/>
          <a:stretch>
            <a:fillRect/>
          </a:stretch>
        </p:blipFill>
        <p:spPr bwMode="auto">
          <a:xfrm>
            <a:off x="323850" y="815975"/>
            <a:ext cx="3886200" cy="2286000"/>
          </a:xfrm>
          <a:prstGeom prst="rect">
            <a:avLst/>
          </a:prstGeom>
          <a:noFill/>
        </p:spPr>
      </p:pic>
      <p:sp>
        <p:nvSpPr>
          <p:cNvPr id="5" name="Title 1"/>
          <p:cNvSpPr txBox="1">
            <a:spLocks/>
          </p:cNvSpPr>
          <p:nvPr/>
        </p:nvSpPr>
        <p:spPr>
          <a:xfrm>
            <a:off x="704850" y="511175"/>
            <a:ext cx="2286000" cy="215444"/>
          </a:xfrm>
          <a:prstGeom prst="rect">
            <a:avLst/>
          </a:prstGeom>
        </p:spPr>
        <p:txBody>
          <a:bodyPr wrap="square" lIns="0" tIns="0" rIns="0" bIns="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lang="en-US" sz="1400" b="0" i="0" u="none" strike="noStrike" kern="1200" cap="none" spc="0" normalizeH="0" baseline="0" noProof="0" dirty="0">
                <a:ln>
                  <a:noFill/>
                </a:ln>
                <a:solidFill>
                  <a:srgbClr val="B40404"/>
                </a:solidFill>
                <a:effectLst/>
                <a:uLnTx/>
                <a:uFillTx/>
                <a:latin typeface="Tahoma"/>
                <a:ea typeface="+mn-ea"/>
                <a:cs typeface="Tahoma"/>
              </a:rPr>
              <a:t> Signup</a:t>
            </a:r>
            <a:r>
              <a:rPr kumimoji="0" lang="en-US" sz="1400" b="0" i="0" u="none" strike="noStrike" kern="1200" cap="none" spc="0" normalizeH="0" noProof="0" dirty="0">
                <a:ln>
                  <a:noFill/>
                </a:ln>
                <a:solidFill>
                  <a:srgbClr val="B40404"/>
                </a:solidFill>
                <a:effectLst/>
                <a:uLnTx/>
                <a:uFillTx/>
                <a:latin typeface="Tahoma"/>
                <a:ea typeface="+mn-ea"/>
                <a:cs typeface="Tahoma"/>
              </a:rPr>
              <a:t> Positive</a:t>
            </a:r>
            <a:endParaRPr kumimoji="0" lang="en-IN" sz="1400" b="0" i="0" u="none" strike="noStrike" kern="1200" cap="none" spc="0" normalizeH="0" baseline="0" noProof="0" dirty="0">
              <a:ln>
                <a:noFill/>
              </a:ln>
              <a:solidFill>
                <a:srgbClr val="B40404"/>
              </a:solidFill>
              <a:effectLst/>
              <a:uLnTx/>
              <a:uFillTx/>
              <a:latin typeface="Tahoma"/>
              <a:ea typeface="+mn-ea"/>
              <a:cs typeface="Tahom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3050" y="130175"/>
            <a:ext cx="1360805" cy="215444"/>
          </a:xfrm>
        </p:spPr>
        <p:txBody>
          <a:bodyPr/>
          <a:lstStyle/>
          <a:p>
            <a:r>
              <a:rPr lang="en-US" sz="1400" kern="1200" dirty="0">
                <a:solidFill>
                  <a:srgbClr val="B40404"/>
                </a:solidFill>
                <a:ea typeface="+mn-ea"/>
              </a:rPr>
              <a:t>Signup Negative</a:t>
            </a:r>
            <a:endParaRPr lang="en-IN" sz="1400" kern="1200" dirty="0">
              <a:solidFill>
                <a:srgbClr val="B40404"/>
              </a:solidFill>
              <a:ea typeface="+mn-ea"/>
            </a:endParaRPr>
          </a:p>
        </p:txBody>
      </p:sp>
      <p:sp>
        <p:nvSpPr>
          <p:cNvPr id="3" name="Text Placeholder 2"/>
          <p:cNvSpPr>
            <a:spLocks noGrp="1"/>
          </p:cNvSpPr>
          <p:nvPr>
            <p:ph type="body" idx="1"/>
          </p:nvPr>
        </p:nvSpPr>
        <p:spPr/>
        <p:txBody>
          <a:bodyPr/>
          <a:lstStyle/>
          <a:p>
            <a:endParaRPr lang="en-IN" dirty="0"/>
          </a:p>
        </p:txBody>
      </p:sp>
      <p:pic>
        <p:nvPicPr>
          <p:cNvPr id="6146" name="Picture 2" descr="C:\Users\Welcome\Downloads\usde case2 (1).jpg"/>
          <p:cNvPicPr>
            <a:picLocks noChangeAspect="1" noChangeArrowheads="1"/>
          </p:cNvPicPr>
          <p:nvPr/>
        </p:nvPicPr>
        <p:blipFill>
          <a:blip r:embed="rId2" cstate="print"/>
          <a:srcRect/>
          <a:stretch>
            <a:fillRect/>
          </a:stretch>
        </p:blipFill>
        <p:spPr bwMode="auto">
          <a:xfrm>
            <a:off x="247650" y="434975"/>
            <a:ext cx="4267200" cy="2719378"/>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3050" y="53975"/>
            <a:ext cx="1360805" cy="215444"/>
          </a:xfrm>
        </p:spPr>
        <p:txBody>
          <a:bodyPr/>
          <a:lstStyle/>
          <a:p>
            <a:pPr marL="12700" lvl="0" algn="l" rtl="0">
              <a:spcBef>
                <a:spcPts val="135"/>
              </a:spcBef>
            </a:pPr>
            <a:r>
              <a:rPr lang="en-US" sz="1400" kern="1200" dirty="0">
                <a:solidFill>
                  <a:srgbClr val="B40404"/>
                </a:solidFill>
                <a:ea typeface="+mn-ea"/>
              </a:rPr>
              <a:t>PRECISE RESULT</a:t>
            </a:r>
            <a:endParaRPr lang="en-IN" sz="1400" kern="1200" dirty="0">
              <a:solidFill>
                <a:srgbClr val="B40404"/>
              </a:solidFill>
              <a:ea typeface="+mn-ea"/>
            </a:endParaRPr>
          </a:p>
        </p:txBody>
      </p:sp>
      <p:sp>
        <p:nvSpPr>
          <p:cNvPr id="3" name="Text Placeholder 2"/>
          <p:cNvSpPr>
            <a:spLocks noGrp="1"/>
          </p:cNvSpPr>
          <p:nvPr>
            <p:ph type="body" idx="1"/>
          </p:nvPr>
        </p:nvSpPr>
        <p:spPr>
          <a:xfrm>
            <a:off x="536257" y="511175"/>
            <a:ext cx="3537584" cy="2743200"/>
          </a:xfrm>
        </p:spPr>
        <p:txBody>
          <a:bodyPr/>
          <a:lstStyle/>
          <a:p>
            <a:r>
              <a:rPr lang="en-US" b="1" dirty="0" err="1">
                <a:latin typeface="Times New Roman" pitchFamily="18" charset="0"/>
                <a:cs typeface="Times New Roman" pitchFamily="18" charset="0"/>
              </a:rPr>
              <a:t>Acuracy</a:t>
            </a:r>
            <a:r>
              <a:rPr lang="en-US" b="1" dirty="0">
                <a:latin typeface="Times New Roman" pitchFamily="18" charset="0"/>
                <a:cs typeface="Times New Roman" pitchFamily="18" charset="0"/>
              </a:rPr>
              <a:t> Table :</a:t>
            </a:r>
          </a:p>
          <a:p>
            <a:r>
              <a:rPr lang="en-US" b="1" dirty="0">
                <a:latin typeface="Times New Roman" pitchFamily="18" charset="0"/>
                <a:cs typeface="Times New Roman" pitchFamily="18" charset="0"/>
              </a:rPr>
              <a:t>   </a:t>
            </a:r>
          </a:p>
          <a:p>
            <a:endParaRPr lang="en-US" b="1" dirty="0">
              <a:latin typeface="Times New Roman" pitchFamily="18" charset="0"/>
              <a:cs typeface="Times New Roman" pitchFamily="18" charset="0"/>
            </a:endParaRPr>
          </a:p>
          <a:p>
            <a:endParaRPr lang="en-US" b="1" dirty="0">
              <a:latin typeface="Times New Roman" pitchFamily="18" charset="0"/>
              <a:cs typeface="Times New Roman" pitchFamily="18" charset="0"/>
            </a:endParaRPr>
          </a:p>
          <a:p>
            <a:endParaRPr lang="en-IN" dirty="0"/>
          </a:p>
        </p:txBody>
      </p:sp>
      <p:graphicFrame>
        <p:nvGraphicFramePr>
          <p:cNvPr id="6" name="Table 5"/>
          <p:cNvGraphicFramePr>
            <a:graphicFrameLocks noGrp="1"/>
          </p:cNvGraphicFramePr>
          <p:nvPr/>
        </p:nvGraphicFramePr>
        <p:xfrm>
          <a:off x="628650" y="815975"/>
          <a:ext cx="3073400" cy="1630680"/>
        </p:xfrm>
        <a:graphic>
          <a:graphicData uri="http://schemas.openxmlformats.org/drawingml/2006/table">
            <a:tbl>
              <a:tblPr firstRow="1" bandRow="1">
                <a:tableStyleId>{5C22544A-7EE6-4342-B048-85BDC9FD1C3A}</a:tableStyleId>
              </a:tblPr>
              <a:tblGrid>
                <a:gridCol w="768350">
                  <a:extLst>
                    <a:ext uri="{9D8B030D-6E8A-4147-A177-3AD203B41FA5}">
                      <a16:colId xmlns:a16="http://schemas.microsoft.com/office/drawing/2014/main" xmlns="" val="20000"/>
                    </a:ext>
                  </a:extLst>
                </a:gridCol>
                <a:gridCol w="768350">
                  <a:extLst>
                    <a:ext uri="{9D8B030D-6E8A-4147-A177-3AD203B41FA5}">
                      <a16:colId xmlns:a16="http://schemas.microsoft.com/office/drawing/2014/main" xmlns="" val="20001"/>
                    </a:ext>
                  </a:extLst>
                </a:gridCol>
                <a:gridCol w="768350">
                  <a:extLst>
                    <a:ext uri="{9D8B030D-6E8A-4147-A177-3AD203B41FA5}">
                      <a16:colId xmlns:a16="http://schemas.microsoft.com/office/drawing/2014/main" xmlns="" val="20002"/>
                    </a:ext>
                  </a:extLst>
                </a:gridCol>
                <a:gridCol w="768350">
                  <a:extLst>
                    <a:ext uri="{9D8B030D-6E8A-4147-A177-3AD203B41FA5}">
                      <a16:colId xmlns:a16="http://schemas.microsoft.com/office/drawing/2014/main" xmlns="" val="20003"/>
                    </a:ext>
                  </a:extLst>
                </a:gridCol>
              </a:tblGrid>
              <a:tr h="370840">
                <a:tc>
                  <a:txBody>
                    <a:bodyPr/>
                    <a:lstStyle/>
                    <a:p>
                      <a:r>
                        <a:rPr lang="en-US" sz="1400" dirty="0"/>
                        <a:t>Test No.</a:t>
                      </a:r>
                      <a:endParaRPr lang="en-IN"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1400" dirty="0">
                          <a:latin typeface="Times New Roman" pitchFamily="18" charset="0"/>
                          <a:cs typeface="Times New Roman" pitchFamily="18" charset="0"/>
                        </a:rPr>
                        <a:t>Actual</a:t>
                      </a:r>
                      <a:r>
                        <a:rPr lang="en-US" sz="1400" baseline="0" dirty="0">
                          <a:latin typeface="Times New Roman" pitchFamily="18" charset="0"/>
                          <a:cs typeface="Times New Roman" pitchFamily="18" charset="0"/>
                        </a:rPr>
                        <a:t> Score</a:t>
                      </a:r>
                      <a:endParaRPr lang="en-IN" dirty="0">
                        <a:latin typeface="Times New Roman" pitchFamily="18" charset="0"/>
                        <a:cs typeface="Times New Roman" pitchFamily="18" charset="0"/>
                      </a:endParaRPr>
                    </a:p>
                  </a:txBody>
                  <a:tcPr>
                    <a:lnL w="12700" cmpd="sng">
                      <a:noFill/>
                    </a:lnL>
                  </a:tcPr>
                </a:tc>
                <a:tc>
                  <a:txBody>
                    <a:bodyPr/>
                    <a:lstStyle/>
                    <a:p>
                      <a:r>
                        <a:rPr lang="en-US" sz="1100" dirty="0">
                          <a:latin typeface="Times New Roman" pitchFamily="18" charset="0"/>
                          <a:cs typeface="Times New Roman" pitchFamily="18" charset="0"/>
                        </a:rPr>
                        <a:t>Predicted</a:t>
                      </a:r>
                      <a:r>
                        <a:rPr lang="en-US" sz="1100" baseline="0" dirty="0">
                          <a:latin typeface="Times New Roman" pitchFamily="18" charset="0"/>
                          <a:cs typeface="Times New Roman" pitchFamily="18" charset="0"/>
                        </a:rPr>
                        <a:t> score</a:t>
                      </a:r>
                      <a:endParaRPr lang="en-IN" sz="1100" dirty="0">
                        <a:latin typeface="Times New Roman" pitchFamily="18" charset="0"/>
                        <a:cs typeface="Times New Roman" pitchFamily="18" charset="0"/>
                      </a:endParaRPr>
                    </a:p>
                  </a:txBody>
                  <a:tcPr/>
                </a:tc>
                <a:tc>
                  <a:txBody>
                    <a:bodyPr/>
                    <a:lstStyle/>
                    <a:p>
                      <a:r>
                        <a:rPr lang="en-US" sz="1100" dirty="0">
                          <a:latin typeface="Times New Roman" pitchFamily="18" charset="0"/>
                          <a:cs typeface="Times New Roman" pitchFamily="18" charset="0"/>
                        </a:rPr>
                        <a:t>Accuracy</a:t>
                      </a:r>
                      <a:endParaRPr lang="en-IN" sz="1100" dirty="0">
                        <a:latin typeface="Times New Roman" pitchFamily="18" charset="0"/>
                        <a:cs typeface="Times New Roman" pitchFamily="18" charset="0"/>
                      </a:endParaRPr>
                    </a:p>
                  </a:txBody>
                  <a:tcPr/>
                </a:tc>
                <a:extLst>
                  <a:ext uri="{0D108BD9-81ED-4DB2-BD59-A6C34878D82A}">
                    <a16:rowId xmlns:a16="http://schemas.microsoft.com/office/drawing/2014/main" xmlns="" val="10000"/>
                  </a:ext>
                </a:extLst>
              </a:tr>
              <a:tr h="370840">
                <a:tc>
                  <a:txBody>
                    <a:bodyPr/>
                    <a:lstStyle/>
                    <a:p>
                      <a:r>
                        <a:rPr lang="en-US" sz="1400" dirty="0"/>
                        <a:t>1.</a:t>
                      </a:r>
                      <a:endParaRPr lang="en-IN" sz="1400" dirty="0"/>
                    </a:p>
                  </a:txBody>
                  <a:tcPr>
                    <a:lnT w="38100" cmpd="sng">
                      <a:noFill/>
                    </a:lnT>
                  </a:tcPr>
                </a:tc>
                <a:tc>
                  <a:txBody>
                    <a:bodyPr/>
                    <a:lstStyle/>
                    <a:p>
                      <a:r>
                        <a:rPr lang="en-US" sz="1400" dirty="0"/>
                        <a:t>2</a:t>
                      </a:r>
                      <a:r>
                        <a:rPr lang="en-US" sz="1400" dirty="0" smtClean="0"/>
                        <a:t>0\100</a:t>
                      </a:r>
                      <a:endParaRPr lang="en-IN" sz="1400" dirty="0"/>
                    </a:p>
                  </a:txBody>
                  <a:tcPr/>
                </a:tc>
                <a:tc>
                  <a:txBody>
                    <a:bodyPr/>
                    <a:lstStyle/>
                    <a:p>
                      <a:r>
                        <a:rPr lang="en-US" sz="1400" dirty="0" smtClean="0"/>
                        <a:t>20\20</a:t>
                      </a:r>
                      <a:endParaRPr lang="en-IN" sz="1400" dirty="0"/>
                    </a:p>
                  </a:txBody>
                  <a:tcPr/>
                </a:tc>
                <a:tc>
                  <a:txBody>
                    <a:bodyPr/>
                    <a:lstStyle/>
                    <a:p>
                      <a:r>
                        <a:rPr lang="en-US" sz="1400" dirty="0" smtClean="0"/>
                        <a:t>100%</a:t>
                      </a:r>
                      <a:endParaRPr lang="en-IN" sz="1400" dirty="0"/>
                    </a:p>
                  </a:txBody>
                  <a:tcPr/>
                </a:tc>
                <a:extLst>
                  <a:ext uri="{0D108BD9-81ED-4DB2-BD59-A6C34878D82A}">
                    <a16:rowId xmlns:a16="http://schemas.microsoft.com/office/drawing/2014/main" xmlns="" val="10001"/>
                  </a:ext>
                </a:extLst>
              </a:tr>
              <a:tr h="370840">
                <a:tc>
                  <a:txBody>
                    <a:bodyPr/>
                    <a:lstStyle/>
                    <a:p>
                      <a:r>
                        <a:rPr lang="en-US" sz="1400" dirty="0"/>
                        <a:t>2.</a:t>
                      </a:r>
                      <a:endParaRPr lang="en-IN" sz="1400" dirty="0"/>
                    </a:p>
                  </a:txBody>
                  <a:tcPr/>
                </a:tc>
                <a:tc>
                  <a:txBody>
                    <a:bodyPr/>
                    <a:lstStyle/>
                    <a:p>
                      <a:r>
                        <a:rPr lang="en-US" sz="1400" dirty="0" smtClean="0"/>
                        <a:t>06\20</a:t>
                      </a:r>
                      <a:endParaRPr lang="en-IN" sz="1400" dirty="0"/>
                    </a:p>
                  </a:txBody>
                  <a:tcPr/>
                </a:tc>
                <a:tc>
                  <a:txBody>
                    <a:bodyPr/>
                    <a:lstStyle/>
                    <a:p>
                      <a:r>
                        <a:rPr lang="en-US" sz="1400" dirty="0" smtClean="0"/>
                        <a:t>04\20</a:t>
                      </a:r>
                      <a:endParaRPr lang="en-IN" sz="1400" dirty="0"/>
                    </a:p>
                  </a:txBody>
                  <a:tcPr/>
                </a:tc>
                <a:tc>
                  <a:txBody>
                    <a:bodyPr/>
                    <a:lstStyle/>
                    <a:p>
                      <a:r>
                        <a:rPr lang="en-US" sz="1400" dirty="0" smtClean="0"/>
                        <a:t>60%</a:t>
                      </a:r>
                      <a:endParaRPr lang="en-IN" sz="1400" dirty="0"/>
                    </a:p>
                  </a:txBody>
                  <a:tcPr/>
                </a:tc>
                <a:extLst>
                  <a:ext uri="{0D108BD9-81ED-4DB2-BD59-A6C34878D82A}">
                    <a16:rowId xmlns:a16="http://schemas.microsoft.com/office/drawing/2014/main" xmlns="" val="10002"/>
                  </a:ext>
                </a:extLst>
              </a:tr>
              <a:tr h="370840">
                <a:tc>
                  <a:txBody>
                    <a:bodyPr/>
                    <a:lstStyle/>
                    <a:p>
                      <a:r>
                        <a:rPr lang="en-US" sz="1400" dirty="0"/>
                        <a:t>3.</a:t>
                      </a:r>
                      <a:endParaRPr lang="en-IN" sz="1400" dirty="0"/>
                    </a:p>
                  </a:txBody>
                  <a:tcPr/>
                </a:tc>
                <a:tc>
                  <a:txBody>
                    <a:bodyPr/>
                    <a:lstStyle/>
                    <a:p>
                      <a:r>
                        <a:rPr lang="en-US" sz="1400" dirty="0" smtClean="0"/>
                        <a:t>10\20</a:t>
                      </a:r>
                      <a:endParaRPr lang="en-IN" sz="1400" dirty="0"/>
                    </a:p>
                  </a:txBody>
                  <a:tcPr/>
                </a:tc>
                <a:tc>
                  <a:txBody>
                    <a:bodyPr/>
                    <a:lstStyle/>
                    <a:p>
                      <a:r>
                        <a:rPr lang="en-US" sz="1400" dirty="0" smtClean="0"/>
                        <a:t>08/20</a:t>
                      </a:r>
                      <a:endParaRPr lang="en-IN" sz="1400" dirty="0"/>
                    </a:p>
                  </a:txBody>
                  <a:tcPr/>
                </a:tc>
                <a:tc>
                  <a:txBody>
                    <a:bodyPr/>
                    <a:lstStyle/>
                    <a:p>
                      <a:r>
                        <a:rPr lang="en-US" sz="1400" dirty="0" smtClean="0"/>
                        <a:t>80%</a:t>
                      </a:r>
                      <a:endParaRPr lang="en-IN" sz="1400" dirty="0"/>
                    </a:p>
                  </a:txBody>
                  <a:tcPr/>
                </a:tc>
                <a:extLst>
                  <a:ext uri="{0D108BD9-81ED-4DB2-BD59-A6C34878D82A}">
                    <a16:rowId xmlns:a16="http://schemas.microsoft.com/office/drawing/2014/main" xmlns="" val="10003"/>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
          </p:nvPr>
        </p:nvSpPr>
        <p:spPr>
          <a:xfrm>
            <a:off x="400050" y="511175"/>
            <a:ext cx="3518535" cy="1862048"/>
          </a:xfrm>
        </p:spPr>
        <p:txBody>
          <a:bodyPr/>
          <a:lstStyle/>
          <a:p>
            <a:pPr algn="just"/>
            <a:r>
              <a:rPr lang="en-US" b="1" dirty="0"/>
              <a:t>Overall Accuracy- </a:t>
            </a:r>
            <a:r>
              <a:rPr lang="en-US" b="1" dirty="0" smtClean="0"/>
              <a:t>82.5</a:t>
            </a:r>
            <a:r>
              <a:rPr lang="en-US" b="1" dirty="0"/>
              <a:t>%</a:t>
            </a:r>
            <a:endParaRPr lang="en-IN" dirty="0"/>
          </a:p>
          <a:p>
            <a:pPr algn="just"/>
            <a:r>
              <a:rPr lang="en-US" b="1" dirty="0"/>
              <a:t> </a:t>
            </a:r>
            <a:endParaRPr lang="en-IN" dirty="0"/>
          </a:p>
          <a:p>
            <a:pPr algn="just"/>
            <a:r>
              <a:rPr lang="en-US" b="1" dirty="0"/>
              <a:t> Description: </a:t>
            </a:r>
            <a:r>
              <a:rPr lang="en-US" dirty="0"/>
              <a:t>Test no. is the serial number of tests given by our college ,and the actual score is the score </a:t>
            </a:r>
            <a:r>
              <a:rPr lang="en-US" dirty="0" err="1"/>
              <a:t>gien</a:t>
            </a:r>
            <a:r>
              <a:rPr lang="en-US" dirty="0"/>
              <a:t> by the faculty member which we compare with our module predicted score and we get overall </a:t>
            </a:r>
            <a:r>
              <a:rPr lang="en-US" dirty="0" smtClean="0"/>
              <a:t>82.5</a:t>
            </a:r>
            <a:r>
              <a:rPr lang="en-US" dirty="0"/>
              <a:t>% accuracy.  </a:t>
            </a:r>
            <a:endParaRPr lang="en-IN" dirty="0"/>
          </a:p>
          <a:p>
            <a:r>
              <a:rPr lang="en-US" dirty="0"/>
              <a:t> </a:t>
            </a:r>
            <a:endParaRPr lang="en-IN" dirty="0"/>
          </a:p>
          <a:p>
            <a:r>
              <a:rPr lang="en-US" dirty="0"/>
              <a:t> </a:t>
            </a:r>
            <a:endParaRPr lang="en-IN" dirty="0"/>
          </a:p>
          <a:p>
            <a:r>
              <a:rPr lang="en-US" dirty="0"/>
              <a:t> </a:t>
            </a:r>
            <a:endParaRPr lang="en-IN" dirty="0"/>
          </a:p>
          <a:p>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2343" y="64932"/>
            <a:ext cx="743585" cy="244475"/>
          </a:xfrm>
          <a:prstGeom prst="rect">
            <a:avLst/>
          </a:prstGeom>
        </p:spPr>
        <p:txBody>
          <a:bodyPr vert="horz" wrap="square" lIns="0" tIns="17145" rIns="0" bIns="0" rtlCol="0">
            <a:spAutoFit/>
          </a:bodyPr>
          <a:lstStyle/>
          <a:p>
            <a:pPr marL="12700">
              <a:lnSpc>
                <a:spcPct val="100000"/>
              </a:lnSpc>
              <a:spcBef>
                <a:spcPts val="135"/>
              </a:spcBef>
            </a:pPr>
            <a:r>
              <a:rPr sz="1400" spc="-65" dirty="0">
                <a:solidFill>
                  <a:srgbClr val="B40404"/>
                </a:solidFill>
              </a:rPr>
              <a:t>Reference</a:t>
            </a:r>
            <a:endParaRPr sz="1400" dirty="0"/>
          </a:p>
        </p:txBody>
      </p:sp>
      <p:sp>
        <p:nvSpPr>
          <p:cNvPr id="4" name="object 4"/>
          <p:cNvSpPr txBox="1"/>
          <p:nvPr/>
        </p:nvSpPr>
        <p:spPr>
          <a:xfrm>
            <a:off x="4260697" y="3341243"/>
            <a:ext cx="317500" cy="102235"/>
          </a:xfrm>
          <a:prstGeom prst="rect">
            <a:avLst/>
          </a:prstGeom>
        </p:spPr>
        <p:txBody>
          <a:bodyPr vert="horz" wrap="square" lIns="0" tIns="0" rIns="0" bIns="0" rtlCol="0">
            <a:spAutoFit/>
          </a:bodyPr>
          <a:lstStyle/>
          <a:p>
            <a:pPr marL="38100">
              <a:lnSpc>
                <a:spcPts val="675"/>
              </a:lnSpc>
            </a:pPr>
            <a:r>
              <a:rPr sz="600" dirty="0">
                <a:latin typeface="Trebuchet MS"/>
                <a:cs typeface="Trebuchet MS"/>
              </a:rPr>
              <a:t>13</a:t>
            </a:r>
            <a:r>
              <a:rPr sz="600" spc="-75" dirty="0">
                <a:latin typeface="Trebuchet MS"/>
                <a:cs typeface="Trebuchet MS"/>
              </a:rPr>
              <a:t> </a:t>
            </a:r>
            <a:r>
              <a:rPr sz="600" dirty="0">
                <a:latin typeface="Trebuchet MS"/>
                <a:cs typeface="Trebuchet MS"/>
              </a:rPr>
              <a:t>/</a:t>
            </a:r>
            <a:r>
              <a:rPr sz="600" spc="-75" dirty="0">
                <a:latin typeface="Trebuchet MS"/>
                <a:cs typeface="Trebuchet MS"/>
              </a:rPr>
              <a:t> </a:t>
            </a:r>
            <a:r>
              <a:rPr sz="600" dirty="0">
                <a:latin typeface="Trebuchet MS"/>
                <a:cs typeface="Trebuchet MS"/>
              </a:rPr>
              <a:t>13</a:t>
            </a:r>
            <a:endParaRPr sz="600">
              <a:latin typeface="Trebuchet MS"/>
              <a:cs typeface="Trebuchet MS"/>
            </a:endParaRPr>
          </a:p>
        </p:txBody>
      </p:sp>
      <p:sp>
        <p:nvSpPr>
          <p:cNvPr id="3" name="object 3"/>
          <p:cNvSpPr txBox="1"/>
          <p:nvPr/>
        </p:nvSpPr>
        <p:spPr>
          <a:xfrm>
            <a:off x="171450" y="434975"/>
            <a:ext cx="4267200" cy="3489738"/>
          </a:xfrm>
          <a:prstGeom prst="rect">
            <a:avLst/>
          </a:prstGeom>
        </p:spPr>
        <p:txBody>
          <a:bodyPr vert="horz" wrap="square" lIns="0" tIns="12700" rIns="0" bIns="0" rtlCol="0">
            <a:spAutoFit/>
          </a:bodyPr>
          <a:lstStyle/>
          <a:p>
            <a:pPr marL="228600" lvl="0" indent="-228600" algn="just" fontAlgn="base">
              <a:buFont typeface="+mj-lt"/>
              <a:buAutoNum type="arabicPeriod"/>
            </a:pPr>
            <a:r>
              <a:rPr lang="en-IN" sz="1100" dirty="0"/>
              <a:t>J. Wang and Y. Dong, “Measurement of text similarity: A survey,” Inf., vol. 11, no. 9, p. 421, 2020.</a:t>
            </a:r>
          </a:p>
          <a:p>
            <a:pPr marL="228600" lvl="0" indent="-228600" algn="just" fontAlgn="base">
              <a:buFont typeface="+mj-lt"/>
              <a:buAutoNum type="arabicPeriod"/>
            </a:pPr>
            <a:endParaRPr lang="en-IN" sz="1100" dirty="0"/>
          </a:p>
          <a:p>
            <a:pPr marL="228600" lvl="0" indent="-228600" algn="just" fontAlgn="base">
              <a:buFont typeface="+mj-lt"/>
              <a:buAutoNum type="arabicPeriod"/>
            </a:pPr>
            <a:r>
              <a:rPr lang="en-IN" sz="1100" dirty="0"/>
              <a:t> M. Han, X. Zhang, X. Yuan, J. Jiang, W. </a:t>
            </a:r>
            <a:r>
              <a:rPr lang="en-IN" sz="1100" dirty="0" err="1"/>
              <a:t>Yun</a:t>
            </a:r>
            <a:r>
              <a:rPr lang="en-IN" sz="1100" dirty="0"/>
              <a:t>, and C. </a:t>
            </a:r>
            <a:r>
              <a:rPr lang="en-IN" sz="1100" dirty="0" err="1"/>
              <a:t>Gao</a:t>
            </a:r>
            <a:r>
              <a:rPr lang="en-IN" sz="1100" dirty="0"/>
              <a:t>, “A survey on the techniques, applications, and performance of short text semantic similarity,” </a:t>
            </a:r>
            <a:r>
              <a:rPr lang="en-IN" sz="1100" dirty="0" err="1"/>
              <a:t>Concurr</a:t>
            </a:r>
            <a:r>
              <a:rPr lang="en-IN" sz="1100" dirty="0"/>
              <a:t>. </a:t>
            </a:r>
            <a:r>
              <a:rPr lang="en-IN" sz="1100" dirty="0" err="1"/>
              <a:t>Comput</a:t>
            </a:r>
            <a:r>
              <a:rPr lang="en-IN" sz="1100" dirty="0"/>
              <a:t>. </a:t>
            </a:r>
            <a:r>
              <a:rPr lang="en-IN" sz="1100" dirty="0" err="1"/>
              <a:t>Pract</a:t>
            </a:r>
            <a:r>
              <a:rPr lang="en-IN" sz="1100" dirty="0"/>
              <a:t>. Exp., vol. 33, no. 5, 2021.</a:t>
            </a:r>
          </a:p>
          <a:p>
            <a:pPr marL="228600" lvl="0" indent="-228600" algn="just" fontAlgn="base">
              <a:buFont typeface="+mj-lt"/>
              <a:buAutoNum type="arabicPeriod"/>
            </a:pPr>
            <a:endParaRPr lang="en-IN" sz="1100" dirty="0"/>
          </a:p>
          <a:p>
            <a:pPr marL="228600" lvl="0" indent="-228600" algn="just" fontAlgn="base">
              <a:buFont typeface="+mj-lt"/>
              <a:buAutoNum type="arabicPeriod"/>
            </a:pPr>
            <a:r>
              <a:rPr lang="en-IN" sz="1100" dirty="0"/>
              <a:t>M. S. M. </a:t>
            </a:r>
            <a:r>
              <a:rPr lang="en-IN" sz="1100" dirty="0" err="1"/>
              <a:t>Patil</a:t>
            </a:r>
            <a:r>
              <a:rPr lang="en-IN" sz="1100" dirty="0"/>
              <a:t> and M. S. </a:t>
            </a:r>
            <a:r>
              <a:rPr lang="en-IN" sz="1100" dirty="0" err="1"/>
              <a:t>Patil</a:t>
            </a:r>
            <a:r>
              <a:rPr lang="en-IN" sz="1100" dirty="0"/>
              <a:t>, “Evaluating student descriptive answers using natural language processing,” International Journal of Engineering Research &amp; Technology (IJERT), vol. 3, no. 3, pp. 1716–1718, 2014.</a:t>
            </a:r>
          </a:p>
          <a:p>
            <a:pPr marL="228600" lvl="0" indent="-228600" algn="just" fontAlgn="base">
              <a:buFont typeface="+mj-lt"/>
              <a:buAutoNum type="arabicPeriod"/>
            </a:pPr>
            <a:endParaRPr lang="en-IN" sz="1100" dirty="0"/>
          </a:p>
          <a:p>
            <a:pPr marL="228600" indent="-228600" algn="just" fontAlgn="base">
              <a:buFont typeface="+mj-lt"/>
              <a:buAutoNum type="arabicPeriod"/>
            </a:pPr>
            <a:r>
              <a:rPr lang="en-IN" sz="1100" dirty="0"/>
              <a:t> P. </a:t>
            </a:r>
            <a:r>
              <a:rPr lang="en-IN" sz="1100" dirty="0" err="1"/>
              <a:t>Patil</a:t>
            </a:r>
            <a:r>
              <a:rPr lang="en-IN" sz="1100" dirty="0"/>
              <a:t>, S. </a:t>
            </a:r>
            <a:r>
              <a:rPr lang="en-IN" sz="1100" dirty="0" err="1"/>
              <a:t>Patil</a:t>
            </a:r>
            <a:r>
              <a:rPr lang="en-IN" sz="1100" dirty="0"/>
              <a:t>, V. </a:t>
            </a:r>
            <a:r>
              <a:rPr lang="en-IN" sz="1100" dirty="0" err="1"/>
              <a:t>Miniyar</a:t>
            </a:r>
            <a:r>
              <a:rPr lang="en-IN" sz="1100" dirty="0"/>
              <a:t>, and A. </a:t>
            </a:r>
            <a:r>
              <a:rPr lang="en-IN" sz="1100" dirty="0" err="1"/>
              <a:t>Bandal</a:t>
            </a:r>
            <a:r>
              <a:rPr lang="en-IN" sz="1100" dirty="0"/>
              <a:t>, “Subjective answer evaluation using machine learning,” International Journal of Pure and Applied Mathematics, vol. 118, no. 24, pp. 1–13, 2018</a:t>
            </a:r>
          </a:p>
          <a:p>
            <a:pPr marL="228600" indent="-228600" algn="just" fontAlgn="base"/>
            <a:r>
              <a:rPr lang="en-IN" sz="1100" dirty="0"/>
              <a:t> </a:t>
            </a:r>
          </a:p>
          <a:p>
            <a:pPr lvl="0" fontAlgn="base"/>
            <a:r>
              <a:rPr lang="en-IN" sz="1100" dirty="0"/>
              <a:t> </a:t>
            </a:r>
            <a:endParaRPr lang="en-US" sz="1100" spc="-55" dirty="0">
              <a:latin typeface="Tahoma"/>
              <a:cs typeface="Tahoma"/>
            </a:endParaRPr>
          </a:p>
          <a:p>
            <a:pPr marL="12700" marR="160020">
              <a:lnSpc>
                <a:spcPct val="118000"/>
              </a:lnSpc>
              <a:buAutoNum type="arabicPlain"/>
              <a:tabLst>
                <a:tab pos="208279" algn="l"/>
              </a:tabLst>
            </a:pPr>
            <a:endParaRPr lang="en-US" sz="1100" spc="-55" dirty="0">
              <a:latin typeface="Tahoma"/>
              <a:cs typeface="Tahoma"/>
            </a:endParaRPr>
          </a:p>
          <a:p>
            <a:pPr marL="12700" marR="160020">
              <a:lnSpc>
                <a:spcPct val="118000"/>
              </a:lnSpc>
              <a:buAutoNum type="arabicPlain"/>
              <a:tabLst>
                <a:tab pos="208279" algn="l"/>
              </a:tabLst>
            </a:pPr>
            <a:endParaRPr lang="en-US" sz="1100" spc="-55" dirty="0">
              <a:latin typeface="Tahoma"/>
              <a:cs typeface="Tahoma"/>
            </a:endParaRPr>
          </a:p>
          <a:p>
            <a:pPr marL="12700" marR="160020">
              <a:lnSpc>
                <a:spcPct val="118000"/>
              </a:lnSpc>
              <a:tabLst>
                <a:tab pos="208279" algn="l"/>
              </a:tabLst>
            </a:pPr>
            <a:endParaRPr lang="en-US" sz="1100" spc="-55" dirty="0">
              <a:latin typeface="Tahoma"/>
              <a:cs typeface="Tahoma"/>
            </a:endParaRPr>
          </a:p>
        </p:txBody>
      </p:sp>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body" idx="1"/>
          </p:nvPr>
        </p:nvSpPr>
        <p:spPr>
          <a:xfrm>
            <a:off x="171450" y="434975"/>
            <a:ext cx="4267200" cy="2708434"/>
          </a:xfrm>
        </p:spPr>
        <p:txBody>
          <a:bodyPr/>
          <a:lstStyle/>
          <a:p>
            <a:pPr marL="228600" indent="-228600" algn="just" rtl="0" fontAlgn="base"/>
            <a:r>
              <a:rPr lang="en-IN" kern="1200" dirty="0">
                <a:latin typeface="+mn-lt"/>
                <a:cs typeface="+mn-cs"/>
              </a:rPr>
              <a:t>5.   Zhang L, et al. Using linguistic features to estimate suicide probability of Chinese </a:t>
            </a:r>
            <a:r>
              <a:rPr lang="en-IN" kern="1200" dirty="0" err="1">
                <a:latin typeface="+mn-lt"/>
                <a:cs typeface="+mn-cs"/>
              </a:rPr>
              <a:t>microblog</a:t>
            </a:r>
            <a:r>
              <a:rPr lang="en-IN" kern="1200" dirty="0">
                <a:latin typeface="+mn-lt"/>
                <a:cs typeface="+mn-cs"/>
              </a:rPr>
              <a:t> users. In: International conference on human </a:t>
            </a:r>
            <a:r>
              <a:rPr lang="en-IN" kern="1200" dirty="0" err="1">
                <a:latin typeface="+mn-lt"/>
                <a:cs typeface="+mn-cs"/>
              </a:rPr>
              <a:t>centered</a:t>
            </a:r>
            <a:r>
              <a:rPr lang="en-IN" kern="1200" dirty="0">
                <a:latin typeface="+mn-lt"/>
                <a:cs typeface="+mn-cs"/>
              </a:rPr>
              <a:t> computing. Berlin: Springer;</a:t>
            </a:r>
          </a:p>
          <a:p>
            <a:pPr marL="228600" indent="-228600" algn="just" rtl="0" fontAlgn="base"/>
            <a:endParaRPr lang="en-IN" kern="1200" dirty="0">
              <a:latin typeface="+mn-lt"/>
              <a:cs typeface="+mn-cs"/>
            </a:endParaRPr>
          </a:p>
          <a:p>
            <a:pPr marL="228600" indent="-228600" algn="just" rtl="0" fontAlgn="base"/>
            <a:r>
              <a:rPr lang="en-IN" kern="1200" dirty="0">
                <a:latin typeface="+mn-lt"/>
                <a:cs typeface="+mn-cs"/>
              </a:rPr>
              <a:t>6.  H. </a:t>
            </a:r>
            <a:r>
              <a:rPr lang="en-IN" kern="1200" dirty="0" err="1">
                <a:latin typeface="+mn-lt"/>
                <a:cs typeface="+mn-cs"/>
              </a:rPr>
              <a:t>Mittal</a:t>
            </a:r>
            <a:r>
              <a:rPr lang="en-IN" kern="1200" dirty="0">
                <a:latin typeface="+mn-lt"/>
                <a:cs typeface="+mn-cs"/>
              </a:rPr>
              <a:t> and M. S. Devi, “Subjective evaluation: A comparison of several statistical techniques,” Appl. </a:t>
            </a:r>
            <a:r>
              <a:rPr lang="en-IN" kern="1200" dirty="0" err="1">
                <a:latin typeface="+mn-lt"/>
                <a:cs typeface="+mn-cs"/>
              </a:rPr>
              <a:t>Artif</a:t>
            </a:r>
            <a:r>
              <a:rPr lang="en-IN" kern="1200" dirty="0">
                <a:latin typeface="+mn-lt"/>
                <a:cs typeface="+mn-cs"/>
              </a:rPr>
              <a:t>. </a:t>
            </a:r>
            <a:r>
              <a:rPr lang="en-IN" kern="1200" dirty="0" err="1">
                <a:latin typeface="+mn-lt"/>
                <a:cs typeface="+mn-cs"/>
              </a:rPr>
              <a:t>Intell</a:t>
            </a:r>
            <a:r>
              <a:rPr lang="en-IN" kern="1200" dirty="0">
                <a:latin typeface="+mn-lt"/>
                <a:cs typeface="+mn-cs"/>
              </a:rPr>
              <a:t>., vol. 32, no. 1, pp. 85–95, 2018. </a:t>
            </a:r>
          </a:p>
          <a:p>
            <a:pPr marL="228600" indent="-228600" algn="just" rtl="0" fontAlgn="base">
              <a:buFont typeface="+mj-lt"/>
              <a:buAutoNum type="arabicPeriod"/>
            </a:pPr>
            <a:endParaRPr lang="en-IN" kern="1200" dirty="0">
              <a:latin typeface="+mn-lt"/>
              <a:cs typeface="+mn-cs"/>
            </a:endParaRPr>
          </a:p>
          <a:p>
            <a:pPr marL="228600" indent="-228600" algn="just" rtl="0" fontAlgn="base"/>
            <a:r>
              <a:rPr lang="en-IN" kern="1200" dirty="0">
                <a:latin typeface="+mn-lt"/>
                <a:cs typeface="+mn-cs"/>
              </a:rPr>
              <a:t>7.  L. A. </a:t>
            </a:r>
            <a:r>
              <a:rPr lang="en-IN" kern="1200" dirty="0" err="1">
                <a:latin typeface="+mn-lt"/>
                <a:cs typeface="+mn-cs"/>
              </a:rPr>
              <a:t>Cutrone</a:t>
            </a:r>
            <a:r>
              <a:rPr lang="en-IN" kern="1200" dirty="0">
                <a:latin typeface="+mn-lt"/>
                <a:cs typeface="+mn-cs"/>
              </a:rPr>
              <a:t> and M. Chang, “</a:t>
            </a:r>
            <a:r>
              <a:rPr lang="en-IN" kern="1200" dirty="0" err="1">
                <a:latin typeface="+mn-lt"/>
                <a:cs typeface="+mn-cs"/>
              </a:rPr>
              <a:t>Automarking</a:t>
            </a:r>
            <a:r>
              <a:rPr lang="en-IN" kern="1200" dirty="0">
                <a:latin typeface="+mn-lt"/>
                <a:cs typeface="+mn-cs"/>
              </a:rPr>
              <a:t>: Automatic assessment of open questions,” in ICALT 2010, 10th IEEE International Conference on Advanced Learning Technologies, Sousse, Tunisia, 5-7 July 2010, pp. 143–147, IEEE Computer Society, 2010. </a:t>
            </a:r>
          </a:p>
          <a:p>
            <a:pPr marL="228600" indent="-228600" algn="just" rtl="0" fontAlgn="base">
              <a:buFont typeface="+mj-lt"/>
              <a:buAutoNum type="arabicPeriod"/>
            </a:pPr>
            <a:endParaRPr lang="en-IN" kern="1200" dirty="0">
              <a:latin typeface="+mn-lt"/>
              <a:cs typeface="+mn-cs"/>
            </a:endParaRPr>
          </a:p>
          <a:p>
            <a:pPr marL="228600" indent="-228600" algn="just" rtl="0" fontAlgn="base"/>
            <a:r>
              <a:rPr lang="en-IN" kern="1200" dirty="0">
                <a:latin typeface="+mn-lt"/>
                <a:cs typeface="+mn-cs"/>
              </a:rPr>
              <a:t>8.  G. SRIVASTAVA, P.K.R. MADDIKUNTA, and T. R. GADEKALLU, “A two-stage text feature selection algorithm for improving text classification,” 2021.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1052</TotalTime>
  <Words>1511</Words>
  <Application>Microsoft Office PowerPoint</Application>
  <PresentationFormat>Custom</PresentationFormat>
  <Paragraphs>256</Paragraphs>
  <Slides>33</Slides>
  <Notes>1</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Slide 1</vt:lpstr>
      <vt:lpstr>Table Of Content</vt:lpstr>
      <vt:lpstr>Slide 3</vt:lpstr>
      <vt:lpstr>Introduction</vt:lpstr>
      <vt:lpstr>Problem Statement</vt:lpstr>
      <vt:lpstr>Solution</vt:lpstr>
      <vt:lpstr>            Proposed SDLC Model</vt:lpstr>
      <vt:lpstr> Iterative Waterfall Phases </vt:lpstr>
      <vt:lpstr>Algorithum used</vt:lpstr>
      <vt:lpstr>Slide 10</vt:lpstr>
      <vt:lpstr>Slide 11</vt:lpstr>
      <vt:lpstr>Slide 12</vt:lpstr>
      <vt:lpstr> Similarity checking</vt:lpstr>
      <vt:lpstr>Slide 14</vt:lpstr>
      <vt:lpstr>Slide 15</vt:lpstr>
      <vt:lpstr>Slide 16</vt:lpstr>
      <vt:lpstr>Slide 17</vt:lpstr>
      <vt:lpstr>Slide 18</vt:lpstr>
      <vt:lpstr>Slide 19</vt:lpstr>
      <vt:lpstr>Slide 20</vt:lpstr>
      <vt:lpstr>System Requirement</vt:lpstr>
      <vt:lpstr>Conclusion</vt:lpstr>
      <vt:lpstr>Future Work</vt:lpstr>
      <vt:lpstr>Slide 24</vt:lpstr>
      <vt:lpstr>Slide 25</vt:lpstr>
      <vt:lpstr>Student  Interface</vt:lpstr>
      <vt:lpstr>Faculty Interface</vt:lpstr>
      <vt:lpstr>    Test Cases</vt:lpstr>
      <vt:lpstr>Signup Negative</vt:lpstr>
      <vt:lpstr>PRECISE RESULT</vt:lpstr>
      <vt:lpstr>Slide 31</vt:lpstr>
      <vt:lpstr>Reference</vt:lpstr>
      <vt:lpstr>Slide 33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LAB-G : New approach for    Assessment</dc:title>
  <dc:creator>Welcome</dc:creator>
  <cp:lastModifiedBy>Welcome</cp:lastModifiedBy>
  <cp:revision>43</cp:revision>
  <dcterms:created xsi:type="dcterms:W3CDTF">2023-05-19T17:18:31Z</dcterms:created>
  <dcterms:modified xsi:type="dcterms:W3CDTF">2023-05-31T05:43:28Z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2023-05-19T00:00:00Z</vt:filetime>
  </property>
  <property fmtid="{D5CDD505-2E9C-101B-9397-08002B2CF9AE}" pid="3" name="Creator">
    <vt:lpwstr>LaTeX with Beamer class</vt:lpwstr>
  </property>
  <property fmtid="{D5CDD505-2E9C-101B-9397-08002B2CF9AE}" pid="4" name="LastSaved">
    <vt:filetime>2023-05-19T00:00:00Z</vt:filetime>
  </property>
</Properties>
</file>